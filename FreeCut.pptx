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7" r:id="rId4"/>
    <p:sldId id="258" r:id="rId5"/>
    <p:sldId id="259" r:id="rId6"/>
    <p:sldId id="261" r:id="rId7"/>
    <p:sldId id="262" r:id="rId8"/>
    <p:sldId id="267" r:id="rId9"/>
    <p:sldId id="269" r:id="rId10"/>
    <p:sldId id="270" r:id="rId11"/>
    <p:sldId id="287" r:id="rId12"/>
    <p:sldId id="291" r:id="rId13"/>
    <p:sldId id="283" r:id="rId14"/>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21"/>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gs" Target="tags/tag205.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image" Target="NULL" TargetMode="External"/><Relationship Id="rId3" Type="http://schemas.openxmlformats.org/officeDocument/2006/relationships/image" Target="../media/image1.png"/><Relationship Id="rId2" Type="http://schemas.openxmlformats.org/officeDocument/2006/relationships/tags" Target="../tags/tag63.xml"/><Relationship Id="rId12" Type="http://schemas.openxmlformats.org/officeDocument/2006/relationships/tags" Target="../tags/tag71.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2" Type="http://schemas.openxmlformats.org/officeDocument/2006/relationships/tags" Target="../tags/tag87.xml"/><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image" Target="NULL" TargetMode="External"/><Relationship Id="rId3" Type="http://schemas.openxmlformats.org/officeDocument/2006/relationships/image" Target="../media/image1.png"/><Relationship Id="rId2" Type="http://schemas.openxmlformats.org/officeDocument/2006/relationships/tags" Target="../tags/tag124.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136.xml"/><Relationship Id="rId7" Type="http://schemas.openxmlformats.org/officeDocument/2006/relationships/tags" Target="../tags/tag135.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封面页-1">
    <p:bg>
      <p:bgPr>
        <a:solidFill>
          <a:schemeClr val="bg1"/>
        </a:solidFill>
        <a:effectLst/>
      </p:bgPr>
    </p:bg>
    <p:spTree>
      <p:nvGrpSpPr>
        <p:cNvPr id="1" name=""/>
        <p:cNvGrpSpPr/>
        <p:nvPr/>
      </p:nvGrpSpPr>
      <p:grpSpPr>
        <a:xfrm>
          <a:off x="0" y="0"/>
          <a:ext cx="0" cy="0"/>
          <a:chOff x="0" y="0"/>
          <a:chExt cx="0" cy="0"/>
        </a:xfrm>
      </p:grpSpPr>
      <p:pic>
        <p:nvPicPr>
          <p:cNvPr id="4" name="图片 3" descr="C:/Users/zzy/AppData/Local/Temp/figmazip/slide_fa6ad393a9b5ae26\datas\装饰-12003&amp;66834.png"/>
          <p:cNvPicPr>
            <a:picLocks noChangeAspect="1"/>
          </p:cNvPicPr>
          <p:nvPr userDrawn="1">
            <p:custDataLst>
              <p:tags r:id="rId2"/>
            </p:custDataLst>
          </p:nvPr>
        </p:nvPicPr>
        <p:blipFill>
          <a:blip r:embed="rId3" r:link="rId4"/>
          <a:stretch>
            <a:fillRect/>
          </a:stretch>
        </p:blipFill>
        <p:spPr>
          <a:xfrm>
            <a:off x="0" y="0"/>
            <a:ext cx="12191365" cy="6858000"/>
          </a:xfrm>
          <a:prstGeom prst="rect">
            <a:avLst/>
          </a:prstGeom>
        </p:spPr>
      </p:pic>
      <p:sp>
        <p:nvSpPr>
          <p:cNvPr id="5" name="矩形 4"/>
          <p:cNvSpPr/>
          <p:nvPr userDrawn="1">
            <p:custDataLst>
              <p:tags r:id="rId5"/>
            </p:custDataLst>
          </p:nvPr>
        </p:nvSpPr>
        <p:spPr>
          <a:xfrm>
            <a:off x="1015999" y="2946398"/>
            <a:ext cx="2819400" cy="38735"/>
          </a:xfrm>
          <a:prstGeom prst="rect">
            <a:avLst/>
          </a:prstGeom>
          <a:solidFill>
            <a:schemeClr val="bg1"/>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userDrawn="1">
            <p:custDataLst>
              <p:tags r:id="rId6"/>
            </p:custDataLst>
          </p:nvPr>
        </p:nvSpPr>
        <p:spPr>
          <a:xfrm>
            <a:off x="1015999" y="3022604"/>
            <a:ext cx="2819400" cy="25400"/>
          </a:xfrm>
          <a:prstGeom prst="rect">
            <a:avLst/>
          </a:prstGeom>
          <a:solidFill>
            <a:schemeClr val="bg1"/>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日期占位符 15"/>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8"/>
            </p:custDataLst>
          </p:nvPr>
        </p:nvSpPr>
        <p:spPr/>
        <p:txBody>
          <a:bodyPr/>
          <a:lstStyle/>
          <a:p>
            <a:endParaRPr lang="zh-CN" altLang="en-US" dirty="0"/>
          </a:p>
        </p:txBody>
      </p:sp>
      <p:sp>
        <p:nvSpPr>
          <p:cNvPr id="18" name="灯片编号占位符 17"/>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idx="13" hasCustomPrompt="1"/>
            <p:custDataLst>
              <p:tags r:id="rId10"/>
            </p:custDataLst>
          </p:nvPr>
        </p:nvSpPr>
        <p:spPr>
          <a:xfrm>
            <a:off x="1015999" y="2273299"/>
            <a:ext cx="9296403" cy="457200"/>
          </a:xfrm>
          <a:noFill/>
        </p:spPr>
        <p:txBody>
          <a:bodyPr lIns="0" tIns="0" rIns="0" bIns="0" anchor="t">
            <a:noAutofit/>
          </a:bodyPr>
          <a:lstStyle>
            <a:lvl1pPr algn="l">
              <a:lnSpc>
                <a:spcPct val="125000"/>
              </a:lnSpc>
              <a:buNone/>
              <a:defRPr sz="2400" b="0">
                <a:solidFill>
                  <a:schemeClr val="bg1"/>
                </a:solidFill>
                <a:latin typeface="Microsoft YaHei UI" panose="020B0503020204020204" charset="-122"/>
                <a:ea typeface="Microsoft YaHei UI" panose="020B0503020204020204" charset="-122"/>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smtClean="0"/>
              <a:t>20XX YEAR</a:t>
            </a:r>
            <a:endParaRPr lang="zh-CN" altLang="en-US" smtClean="0"/>
          </a:p>
        </p:txBody>
      </p:sp>
      <p:sp>
        <p:nvSpPr>
          <p:cNvPr id="8" name="标题 7"/>
          <p:cNvSpPr>
            <a:spLocks noGrp="1"/>
          </p:cNvSpPr>
          <p:nvPr>
            <p:ph type="ctrTitle" idx="14" hasCustomPrompt="1"/>
            <p:custDataLst>
              <p:tags r:id="rId11"/>
            </p:custDataLst>
          </p:nvPr>
        </p:nvSpPr>
        <p:spPr>
          <a:xfrm>
            <a:off x="1015999" y="3047997"/>
            <a:ext cx="8572500" cy="2095503"/>
          </a:xfrm>
          <a:noFill/>
        </p:spPr>
        <p:txBody>
          <a:bodyPr lIns="0" tIns="0" rIns="0" bIns="0" anchor="t">
            <a:noAutofit/>
          </a:bodyPr>
          <a:lstStyle>
            <a:lvl1pPr algn="l">
              <a:lnSpc>
                <a:spcPct val="111000"/>
              </a:lnSpc>
              <a:buNone/>
              <a:defRPr sz="6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zh-CN" altLang="en-US" smtClean="0"/>
              <a:t>教育教学通用PPT模板</a:t>
            </a:r>
            <a:endParaRPr lang="zh-CN" altLang="en-US" smtClean="0"/>
          </a:p>
        </p:txBody>
      </p:sp>
      <p:sp>
        <p:nvSpPr>
          <p:cNvPr id="9" name="文本占位符 8"/>
          <p:cNvSpPr>
            <a:spLocks noGrp="1"/>
          </p:cNvSpPr>
          <p:nvPr>
            <p:ph type="body" idx="15" hasCustomPrompt="1"/>
            <p:custDataLst>
              <p:tags r:id="rId12"/>
            </p:custDataLst>
          </p:nvPr>
        </p:nvSpPr>
        <p:spPr>
          <a:xfrm>
            <a:off x="1015999" y="5321296"/>
            <a:ext cx="9296403" cy="457200"/>
          </a:xfrm>
          <a:noFill/>
        </p:spPr>
        <p:txBody>
          <a:bodyPr lIns="0" tIns="0" rIns="0" bIns="0" anchor="t">
            <a:noAutofit/>
          </a:bodyPr>
          <a:lstStyle>
            <a:lvl1pPr algn="l">
              <a:lnSpc>
                <a:spcPct val="125000"/>
              </a:lnSpc>
              <a:buNone/>
              <a:defRPr sz="2400" b="0">
                <a:solidFill>
                  <a:schemeClr val="bg1"/>
                </a:solidFill>
                <a:latin typeface="Microsoft YaHei UI" panose="020B0503020204020204" charset="-122"/>
                <a:ea typeface="Microsoft YaHei UI" panose="020B0503020204020204" charset="-122"/>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smtClean="0"/>
              <a:t>BY WPS</a:t>
            </a:r>
            <a:endParaRPr lang="zh-CN" altLang="en-US" smtClean="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章节页-1">
    <p:bg>
      <p:bgPr>
        <a:solidFill>
          <a:schemeClr val="bg1"/>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1365" cy="6858000"/>
          </a:xfrm>
          <a:prstGeom prst="rect">
            <a:avLst/>
          </a:prstGeom>
          <a:solidFill>
            <a:schemeClr val="bg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任意多边形 7"/>
          <p:cNvSpPr/>
          <p:nvPr userDrawn="1">
            <p:custDataLst>
              <p:tags r:id="rId3"/>
            </p:custDataLst>
          </p:nvPr>
        </p:nvSpPr>
        <p:spPr>
          <a:xfrm>
            <a:off x="10032998" y="4279904"/>
            <a:ext cx="2159000" cy="2577465"/>
          </a:xfrm>
          <a:custGeom>
            <a:avLst/>
            <a:gdLst>
              <a:gd name="connisteX0" fmla="*/ 2158998 w 2158998"/>
              <a:gd name="connsiteY0" fmla="*/ 2578095 h 2578095"/>
              <a:gd name="connisteX1" fmla="*/ 0 w 2158998"/>
              <a:gd name="connsiteY1" fmla="*/ 2578095 h 2578095"/>
              <a:gd name="connisteX2" fmla="*/ 755651 w 2158998"/>
              <a:gd name="connsiteY2" fmla="*/ 1949445 h 2578095"/>
              <a:gd name="connisteX3" fmla="*/ 1593854 w 2158998"/>
              <a:gd name="connsiteY3" fmla="*/ 1111252 h 2578095"/>
              <a:gd name="connisteX4" fmla="*/ 2158998 w 2158998"/>
              <a:gd name="connsiteY4" fmla="*/ 0 h 2578095"/>
              <a:gd name="connisteX5" fmla="*/ 2158998 w 2158998"/>
              <a:gd name="connsiteY5" fmla="*/ 2578095 h 257809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2158999" h="2578096">
                <a:moveTo>
                  <a:pt x="2158999" y="2578096"/>
                </a:moveTo>
                <a:lnTo>
                  <a:pt x="0" y="2578096"/>
                </a:lnTo>
                <a:cubicBezTo>
                  <a:pt x="0" y="2362197"/>
                  <a:pt x="603266" y="2025652"/>
                  <a:pt x="755651" y="1949446"/>
                </a:cubicBezTo>
                <a:cubicBezTo>
                  <a:pt x="946148" y="1854202"/>
                  <a:pt x="1422404" y="1555751"/>
                  <a:pt x="1593854" y="1111252"/>
                </a:cubicBezTo>
                <a:cubicBezTo>
                  <a:pt x="1746248" y="685800"/>
                  <a:pt x="2009156" y="148169"/>
                  <a:pt x="2158999" y="0"/>
                </a:cubicBezTo>
                <a:lnTo>
                  <a:pt x="2158999" y="2578096"/>
                </a:lnTo>
                <a:close/>
              </a:path>
            </a:pathLst>
          </a:custGeom>
          <a:solidFill>
            <a:schemeClr val="accent2">
              <a:alpha val="2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任意多边形 8"/>
          <p:cNvSpPr/>
          <p:nvPr userDrawn="1">
            <p:custDataLst>
              <p:tags r:id="rId4"/>
            </p:custDataLst>
          </p:nvPr>
        </p:nvSpPr>
        <p:spPr>
          <a:xfrm>
            <a:off x="10274299" y="3657600"/>
            <a:ext cx="1917700" cy="3200400"/>
          </a:xfrm>
          <a:custGeom>
            <a:avLst/>
            <a:gdLst>
              <a:gd name="connisteX0" fmla="*/ 1917697 w 1917697"/>
              <a:gd name="connsiteY0" fmla="*/ 3200400 h 3200400"/>
              <a:gd name="connisteX1" fmla="*/ 1917697 w 1917697"/>
              <a:gd name="connsiteY1" fmla="*/ 0 h 3200400"/>
              <a:gd name="connisteX2" fmla="*/ 968340 w 1917697"/>
              <a:gd name="connsiteY2" fmla="*/ 1708154 h 3200400"/>
              <a:gd name="connisteX3" fmla="*/ 0 w 1917697"/>
              <a:gd name="connsiteY3" fmla="*/ 3200400 h 3200400"/>
              <a:gd name="connisteX4" fmla="*/ 1917697 w 1917697"/>
              <a:gd name="connsiteY4" fmla="*/ 3200400 h 3200400"/>
            </a:gdLst>
            <a:ahLst/>
            <a:cxnLst>
              <a:cxn ang="0">
                <a:pos x="connisteX0" y="connsiteY0"/>
              </a:cxn>
              <a:cxn ang="0">
                <a:pos x="connisteX1" y="connsiteY1"/>
              </a:cxn>
              <a:cxn ang="0">
                <a:pos x="connisteX2" y="connsiteY2"/>
              </a:cxn>
              <a:cxn ang="0">
                <a:pos x="connisteX3" y="connsiteY3"/>
              </a:cxn>
              <a:cxn ang="0">
                <a:pos x="connisteX4" y="connsiteY4"/>
              </a:cxn>
            </a:cxnLst>
            <a:pathLst>
              <a:path w="1917698" h="3200400">
                <a:moveTo>
                  <a:pt x="1917698" y="3200400"/>
                </a:moveTo>
                <a:lnTo>
                  <a:pt x="1917698" y="0"/>
                </a:lnTo>
                <a:cubicBezTo>
                  <a:pt x="1683529" y="381003"/>
                  <a:pt x="1696185" y="1212851"/>
                  <a:pt x="968340" y="1708154"/>
                </a:cubicBezTo>
                <a:cubicBezTo>
                  <a:pt x="357850" y="2123593"/>
                  <a:pt x="73838" y="2819397"/>
                  <a:pt x="0" y="3200400"/>
                </a:cubicBezTo>
                <a:lnTo>
                  <a:pt x="1917698" y="3200400"/>
                </a:lnTo>
                <a:close/>
              </a:path>
            </a:pathLst>
          </a:custGeom>
          <a:solidFill>
            <a:schemeClr val="accent3">
              <a:alpha val="2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任意多边形 9"/>
          <p:cNvSpPr/>
          <p:nvPr userDrawn="1">
            <p:custDataLst>
              <p:tags r:id="rId5"/>
            </p:custDataLst>
          </p:nvPr>
        </p:nvSpPr>
        <p:spPr>
          <a:xfrm>
            <a:off x="0" y="0"/>
            <a:ext cx="2451100" cy="6844665"/>
          </a:xfrm>
          <a:custGeom>
            <a:avLst/>
            <a:gdLst>
              <a:gd name="connisteX0" fmla="*/ 1375202 w 2451104"/>
              <a:gd name="connsiteY0" fmla="*/ 1605942 h 6845298"/>
              <a:gd name="connisteX1" fmla="*/ 0 w 2451104"/>
              <a:gd name="connsiteY1" fmla="*/ 0 h 6845298"/>
              <a:gd name="connisteX2" fmla="*/ 0 w 2451104"/>
              <a:gd name="connsiteY2" fmla="*/ 6845298 h 6845298"/>
              <a:gd name="connisteX3" fmla="*/ 2084868 w 2451104"/>
              <a:gd name="connsiteY3" fmla="*/ 6845298 h 6845298"/>
              <a:gd name="connisteX4" fmla="*/ 2289337 w 2451104"/>
              <a:gd name="connsiteY4" fmla="*/ 5496321 h 6845298"/>
              <a:gd name="connisteX5" fmla="*/ 1916463 w 2451104"/>
              <a:gd name="connsiteY5" fmla="*/ 3565181 h 6845298"/>
              <a:gd name="connisteX6" fmla="*/ 1375202 w 2451104"/>
              <a:gd name="connsiteY6" fmla="*/ 1605942 h 684529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451104" h="6845299">
                <a:moveTo>
                  <a:pt x="1375203" y="1605942"/>
                </a:moveTo>
                <a:cubicBezTo>
                  <a:pt x="1375203" y="968551"/>
                  <a:pt x="741734" y="200738"/>
                  <a:pt x="0" y="0"/>
                </a:cubicBezTo>
                <a:lnTo>
                  <a:pt x="0" y="6845299"/>
                </a:lnTo>
                <a:lnTo>
                  <a:pt x="2084869" y="6845299"/>
                </a:lnTo>
                <a:cubicBezTo>
                  <a:pt x="2050112" y="6688726"/>
                  <a:pt x="1986607" y="6349356"/>
                  <a:pt x="2289338" y="5496321"/>
                </a:cubicBezTo>
                <a:cubicBezTo>
                  <a:pt x="2634149" y="4524716"/>
                  <a:pt x="2389318" y="4025244"/>
                  <a:pt x="1916464" y="3565182"/>
                </a:cubicBezTo>
                <a:cubicBezTo>
                  <a:pt x="1443618" y="3105110"/>
                  <a:pt x="1375203" y="2099755"/>
                  <a:pt x="1375203" y="1605942"/>
                </a:cubicBezTo>
                <a:close/>
              </a:path>
            </a:pathLst>
          </a:custGeom>
          <a:solidFill>
            <a:schemeClr val="accent2">
              <a:alpha val="2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任意多边形 10"/>
          <p:cNvSpPr/>
          <p:nvPr userDrawn="1">
            <p:custDataLst>
              <p:tags r:id="rId6"/>
            </p:custDataLst>
          </p:nvPr>
        </p:nvSpPr>
        <p:spPr>
          <a:xfrm>
            <a:off x="0" y="0"/>
            <a:ext cx="2272665" cy="6844665"/>
          </a:xfrm>
          <a:custGeom>
            <a:avLst/>
            <a:gdLst>
              <a:gd name="connisteX0" fmla="*/ 1834030 w 2273298"/>
              <a:gd name="connsiteY0" fmla="*/ 3794375 h 6845298"/>
              <a:gd name="connisteX1" fmla="*/ 1006534 w 2273298"/>
              <a:gd name="connsiteY1" fmla="*/ 0 h 6845298"/>
              <a:gd name="connisteX2" fmla="*/ 0 w 2273298"/>
              <a:gd name="connsiteY2" fmla="*/ 0 h 6845298"/>
              <a:gd name="connisteX3" fmla="*/ 0 w 2273298"/>
              <a:gd name="connsiteY3" fmla="*/ 6845298 h 6845298"/>
              <a:gd name="connisteX4" fmla="*/ 1351885 w 2273298"/>
              <a:gd name="connsiteY4" fmla="*/ 6845298 h 6845298"/>
              <a:gd name="connisteX5" fmla="*/ 1834030 w 2273298"/>
              <a:gd name="connsiteY5" fmla="*/ 3794375 h 684529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2273299" h="6845299">
                <a:moveTo>
                  <a:pt x="1834030" y="3794376"/>
                </a:moveTo>
                <a:cubicBezTo>
                  <a:pt x="466829" y="2265984"/>
                  <a:pt x="2816699" y="1826916"/>
                  <a:pt x="1006535" y="0"/>
                </a:cubicBezTo>
                <a:lnTo>
                  <a:pt x="0" y="0"/>
                </a:lnTo>
                <a:lnTo>
                  <a:pt x="0" y="6845299"/>
                </a:lnTo>
                <a:lnTo>
                  <a:pt x="1351886" y="6845299"/>
                </a:lnTo>
                <a:cubicBezTo>
                  <a:pt x="1544166" y="6495971"/>
                  <a:pt x="2979810" y="5075240"/>
                  <a:pt x="1834030" y="3794376"/>
                </a:cubicBezTo>
                <a:close/>
              </a:path>
            </a:pathLst>
          </a:custGeom>
          <a:solidFill>
            <a:schemeClr val="accent3">
              <a:alpha val="2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任意多边形 11"/>
          <p:cNvSpPr/>
          <p:nvPr userDrawn="1">
            <p:custDataLst>
              <p:tags r:id="rId7"/>
            </p:custDataLst>
          </p:nvPr>
        </p:nvSpPr>
        <p:spPr>
          <a:xfrm>
            <a:off x="1397002" y="2514600"/>
            <a:ext cx="9372600" cy="1828800"/>
          </a:xfrm>
          <a:custGeom>
            <a:avLst/>
            <a:gdLst>
              <a:gd name="connisteX0" fmla="*/ 0 w 9372600"/>
              <a:gd name="connsiteY0" fmla="*/ 203197 h 1828800"/>
              <a:gd name="connisteX1" fmla="*/ 203197 w 9372600"/>
              <a:gd name="connsiteY1" fmla="*/ 0 h 1828800"/>
              <a:gd name="connisteX2" fmla="*/ 9169402 w 9372600"/>
              <a:gd name="connsiteY2" fmla="*/ 0 h 1828800"/>
              <a:gd name="connisteX3" fmla="*/ 9372600 w 9372600"/>
              <a:gd name="connsiteY3" fmla="*/ 203197 h 1828800"/>
              <a:gd name="connisteX4" fmla="*/ 9372600 w 9372600"/>
              <a:gd name="connsiteY4" fmla="*/ 1625602 h 1828800"/>
              <a:gd name="connisteX5" fmla="*/ 9169402 w 9372600"/>
              <a:gd name="connsiteY5" fmla="*/ 1828800 h 1828800"/>
              <a:gd name="connisteX6" fmla="*/ 203197 w 9372600"/>
              <a:gd name="connsiteY6" fmla="*/ 1828800 h 1828800"/>
              <a:gd name="connisteX7" fmla="*/ 0 w 9372600"/>
              <a:gd name="connsiteY7" fmla="*/ 1625602 h 1828800"/>
              <a:gd name="connisteX8" fmla="*/ 0 w 9372600"/>
              <a:gd name="connsiteY8" fmla="*/ 203197 h 182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372600" h="1828800">
                <a:moveTo>
                  <a:pt x="0" y="203198"/>
                </a:moveTo>
                <a:cubicBezTo>
                  <a:pt x="0" y="90974"/>
                  <a:pt x="90974" y="0"/>
                  <a:pt x="203198" y="0"/>
                </a:cubicBezTo>
                <a:lnTo>
                  <a:pt x="9169402" y="0"/>
                </a:lnTo>
                <a:cubicBezTo>
                  <a:pt x="9281626" y="0"/>
                  <a:pt x="9372600" y="90974"/>
                  <a:pt x="9372600" y="203198"/>
                </a:cubicBezTo>
                <a:lnTo>
                  <a:pt x="9372600" y="1625602"/>
                </a:lnTo>
                <a:cubicBezTo>
                  <a:pt x="9372600" y="1737826"/>
                  <a:pt x="9281626" y="1828800"/>
                  <a:pt x="9169402" y="1828800"/>
                </a:cubicBezTo>
                <a:lnTo>
                  <a:pt x="203198" y="1828800"/>
                </a:lnTo>
                <a:cubicBezTo>
                  <a:pt x="90974" y="1828800"/>
                  <a:pt x="0" y="1737826"/>
                  <a:pt x="0" y="1625602"/>
                </a:cubicBezTo>
                <a:lnTo>
                  <a:pt x="0" y="203198"/>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日期占位符 3"/>
          <p:cNvSpPr>
            <a:spLocks noGrp="1"/>
          </p:cNvSpPr>
          <p:nvPr>
            <p:ph type="dt" sz="half" idx="10"/>
            <p:custDataLst>
              <p:tags r:id="rId8"/>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9"/>
            </p:custDataLst>
          </p:nvPr>
        </p:nvSpPr>
        <p:spPr/>
        <p:txBody>
          <a:bodyPr/>
          <a:lstStyle/>
          <a:p>
            <a:endParaRPr lang="zh-CN" altLang="en-US"/>
          </a:p>
        </p:txBody>
      </p:sp>
      <p:sp>
        <p:nvSpPr>
          <p:cNvPr id="6" name="灯片编号占位符 5"/>
          <p:cNvSpPr>
            <a:spLocks noGrp="1"/>
          </p:cNvSpPr>
          <p:nvPr>
            <p:ph type="sldNum" sz="quarter" idx="12"/>
            <p:custDataLst>
              <p:tags r:id="rId10"/>
            </p:custDataLst>
          </p:nvPr>
        </p:nvSpPr>
        <p:spPr/>
        <p:txBody>
          <a:bodyPr/>
          <a:lstStyle/>
          <a:p>
            <a:fld id="{49AE70B2-8BF9-45C0-BB95-33D1B9D3A854}" type="slidenum">
              <a:rPr lang="zh-CN" altLang="en-US" smtClean="0"/>
            </a:fld>
            <a:endParaRPr lang="zh-CN" altLang="en-US"/>
          </a:p>
        </p:txBody>
      </p:sp>
      <p:sp>
        <p:nvSpPr>
          <p:cNvPr id="13" name="标题 12"/>
          <p:cNvSpPr>
            <a:spLocks noGrp="1"/>
          </p:cNvSpPr>
          <p:nvPr>
            <p:ph type="ctrTitle" idx="13" hasCustomPrompt="1"/>
            <p:custDataLst>
              <p:tags r:id="rId11"/>
            </p:custDataLst>
          </p:nvPr>
        </p:nvSpPr>
        <p:spPr>
          <a:xfrm>
            <a:off x="3911602" y="2819397"/>
            <a:ext cx="6248397" cy="1219197"/>
          </a:xfrm>
          <a:noFill/>
        </p:spPr>
        <p:txBody>
          <a:bodyPr lIns="0" tIns="0" rIns="0" bIns="0" anchor="ctr">
            <a:noAutofit/>
          </a:bodyPr>
          <a:lstStyle>
            <a:lvl1pPr algn="l">
              <a:lnSpc>
                <a:spcPct val="104000"/>
              </a:lnSpc>
              <a:buNone/>
              <a:defRPr sz="4800" b="0">
                <a:solidFill>
                  <a:schemeClr val="bg1"/>
                </a:solidFill>
                <a:latin typeface="Microsoft YaHei UI" panose="020B0503020204020204" charset="-122"/>
                <a:ea typeface="Microsoft YaHei UI" panose="020B0503020204020204" charset="-122"/>
              </a:defRPr>
            </a:lvl1pPr>
          </a:lstStyle>
          <a:p>
            <a:r>
              <a:rPr lang="zh-CN" altLang="en-US" smtClean="0"/>
              <a:t>章节页的标题内容标题</a:t>
            </a:r>
            <a:endParaRPr lang="zh-CN" altLang="en-US" smtClean="0"/>
          </a:p>
        </p:txBody>
      </p:sp>
      <p:sp>
        <p:nvSpPr>
          <p:cNvPr id="14" name="文本占位符 13"/>
          <p:cNvSpPr>
            <a:spLocks noGrp="1"/>
          </p:cNvSpPr>
          <p:nvPr>
            <p:ph type="body" idx="14" hasCustomPrompt="1"/>
            <p:custDataLst>
              <p:tags r:id="rId12"/>
            </p:custDataLst>
          </p:nvPr>
        </p:nvSpPr>
        <p:spPr>
          <a:xfrm>
            <a:off x="1955801" y="2855580"/>
            <a:ext cx="1346198" cy="1067205"/>
          </a:xfrm>
          <a:noFill/>
        </p:spPr>
        <p:txBody>
          <a:bodyPr lIns="0" tIns="0" rIns="0" bIns="0" anchor="t">
            <a:noAutofit/>
          </a:bodyPr>
          <a:lstStyle>
            <a:lvl1pPr algn="r">
              <a:lnSpc>
                <a:spcPct val="109000"/>
              </a:lnSpc>
              <a:buNone/>
              <a:defRPr sz="6400" b="0">
                <a:solidFill>
                  <a:schemeClr val="bg1"/>
                </a:solidFill>
                <a:latin typeface="Microsoft YaHei UI" panose="020B0503020204020204" charset="-122"/>
                <a:ea typeface="Microsoft YaHei UI" panose="020B0503020204020204" charset="-122"/>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smtClean="0"/>
              <a:t>01</a:t>
            </a:r>
            <a:endParaRPr lang="zh-CN" altLang="en-US"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结束页-1">
    <p:bg>
      <p:bgPr>
        <a:solidFill>
          <a:schemeClr val="bg1"/>
        </a:solidFill>
        <a:effectLst/>
      </p:bgPr>
    </p:bg>
    <p:spTree>
      <p:nvGrpSpPr>
        <p:cNvPr id="1" name=""/>
        <p:cNvGrpSpPr/>
        <p:nvPr/>
      </p:nvGrpSpPr>
      <p:grpSpPr>
        <a:xfrm>
          <a:off x="0" y="0"/>
          <a:ext cx="0" cy="0"/>
          <a:chOff x="0" y="0"/>
          <a:chExt cx="0" cy="0"/>
        </a:xfrm>
      </p:grpSpPr>
      <p:pic>
        <p:nvPicPr>
          <p:cNvPr id="6" name="图片 5" descr="C:/Users/zzy/AppData/Local/Temp/figmazip/slide_302e09a71da6a4ea\datas\装饰-12003&amp;66877.png"/>
          <p:cNvPicPr>
            <a:picLocks noChangeAspect="1"/>
          </p:cNvPicPr>
          <p:nvPr userDrawn="1">
            <p:custDataLst>
              <p:tags r:id="rId2"/>
            </p:custDataLst>
          </p:nvPr>
        </p:nvPicPr>
        <p:blipFill>
          <a:blip r:embed="rId3" r:link="rId4"/>
          <a:stretch>
            <a:fillRect/>
          </a:stretch>
        </p:blipFill>
        <p:spPr>
          <a:xfrm>
            <a:off x="0" y="0"/>
            <a:ext cx="12191365" cy="6858000"/>
          </a:xfrm>
          <a:prstGeom prst="rect">
            <a:avLst/>
          </a:prstGeom>
        </p:spPr>
      </p:pic>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8" name="副标题 7"/>
          <p:cNvSpPr>
            <a:spLocks noGrp="1"/>
          </p:cNvSpPr>
          <p:nvPr>
            <p:ph type="subTitle" idx="13" hasCustomPrompt="1"/>
            <p:custDataLst>
              <p:tags r:id="rId8"/>
            </p:custDataLst>
          </p:nvPr>
        </p:nvSpPr>
        <p:spPr>
          <a:xfrm>
            <a:off x="1015999" y="2705097"/>
            <a:ext cx="5524503" cy="457200"/>
          </a:xfrm>
          <a:noFill/>
        </p:spPr>
        <p:txBody>
          <a:bodyPr lIns="0" tIns="0" rIns="0" bIns="0" anchor="t">
            <a:noAutofit/>
          </a:bodyPr>
          <a:lstStyle>
            <a:lvl1pPr marL="0" indent="0" algn="l">
              <a:lnSpc>
                <a:spcPct val="125000"/>
              </a:lnSpc>
              <a:buNone/>
              <a:defRPr sz="2400" b="0">
                <a:solidFill>
                  <a:schemeClr val="bg1"/>
                </a:solidFill>
                <a:latin typeface="Microsoft YaHei UI" panose="020B0503020204020204" charset="-122"/>
                <a:ea typeface="Microsoft YaHei UI"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THE END</a:t>
            </a:r>
            <a:endParaRPr lang="zh-CN" altLang="en-US" smtClean="0"/>
          </a:p>
        </p:txBody>
      </p:sp>
      <p:sp>
        <p:nvSpPr>
          <p:cNvPr id="9" name="标题 8"/>
          <p:cNvSpPr>
            <a:spLocks noGrp="1"/>
          </p:cNvSpPr>
          <p:nvPr>
            <p:ph type="ctrTitle" idx="14" hasCustomPrompt="1"/>
            <p:custDataLst>
              <p:tags r:id="rId9"/>
            </p:custDataLst>
          </p:nvPr>
        </p:nvSpPr>
        <p:spPr>
          <a:xfrm>
            <a:off x="1015999" y="3162297"/>
            <a:ext cx="5651504" cy="1015999"/>
          </a:xfrm>
          <a:noFill/>
        </p:spPr>
        <p:txBody>
          <a:bodyPr lIns="0" tIns="0" rIns="0" bIns="0" anchor="t">
            <a:noAutofit/>
          </a:bodyPr>
          <a:lstStyle>
            <a:lvl1pPr algn="l">
              <a:lnSpc>
                <a:spcPct val="104000"/>
              </a:lnSpc>
              <a:buNone/>
              <a:defRPr sz="6400" b="1">
                <a:solidFill>
                  <a:schemeClr val="bg1"/>
                </a:solidFill>
                <a:latin typeface="Microsoft YaHei UI" panose="020B0503020204020204" charset="-122"/>
                <a:ea typeface="Microsoft YaHei UI" panose="020B0503020204020204" charset="-122"/>
              </a:defRPr>
            </a:lvl1pPr>
          </a:lstStyle>
          <a:p>
            <a:r>
              <a:rPr lang="zh-CN" altLang="en-US" smtClean="0"/>
              <a:t>谢谢观看</a:t>
            </a:r>
            <a:endParaRPr lang="zh-CN" altLang="en-US" smtClean="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目录页-2">
    <p:bg>
      <p:bgPr>
        <a:solidFill>
          <a:schemeClr val="bg1"/>
        </a:solidFill>
        <a:effectLst/>
      </p:bgPr>
    </p:bg>
    <p:spTree>
      <p:nvGrpSpPr>
        <p:cNvPr id="1" name=""/>
        <p:cNvGrpSpPr/>
        <p:nvPr/>
      </p:nvGrpSpPr>
      <p:grpSpPr>
        <a:xfrm>
          <a:off x="0" y="0"/>
          <a:ext cx="0" cy="0"/>
          <a:chOff x="0" y="0"/>
          <a:chExt cx="0" cy="0"/>
        </a:xfrm>
      </p:grpSpPr>
      <p:sp>
        <p:nvSpPr>
          <p:cNvPr id="5" name="矩形 4"/>
          <p:cNvSpPr/>
          <p:nvPr userDrawn="1">
            <p:custDataLst>
              <p:tags r:id="rId2"/>
            </p:custDataLst>
          </p:nvPr>
        </p:nvSpPr>
        <p:spPr>
          <a:xfrm>
            <a:off x="0" y="0"/>
            <a:ext cx="12191365" cy="6858000"/>
          </a:xfrm>
          <a:prstGeom prst="rect">
            <a:avLst/>
          </a:prstGeom>
          <a:solidFill>
            <a:schemeClr val="bg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6" name="标题 5"/>
          <p:cNvSpPr>
            <a:spLocks noGrp="1"/>
          </p:cNvSpPr>
          <p:nvPr>
            <p:ph type="ctrTitle" idx="13" hasCustomPrompt="1"/>
            <p:custDataLst>
              <p:tags r:id="rId3"/>
            </p:custDataLst>
          </p:nvPr>
        </p:nvSpPr>
        <p:spPr>
          <a:xfrm>
            <a:off x="292096" y="1155701"/>
            <a:ext cx="2260598" cy="761997"/>
          </a:xfrm>
          <a:noFill/>
        </p:spPr>
        <p:txBody>
          <a:bodyPr lIns="0" tIns="0" rIns="0" bIns="0" anchor="t">
            <a:noAutofit/>
          </a:bodyPr>
          <a:lstStyle>
            <a:lvl1pPr algn="r">
              <a:lnSpc>
                <a:spcPct val="114000"/>
              </a:lnSpc>
              <a:buNone/>
              <a:defRPr sz="4400" b="1">
                <a:solidFill>
                  <a:schemeClr val="tx2"/>
                </a:solidFill>
                <a:latin typeface="Microsoft YaHei UI" panose="020B0503020204020204" charset="-122"/>
                <a:ea typeface="Microsoft YaHei UI" panose="020B0503020204020204" charset="-122"/>
              </a:defRPr>
            </a:lvl1pPr>
          </a:lstStyle>
          <a:p>
            <a:r>
              <a:rPr lang="zh-CN" altLang="en-US" smtClean="0"/>
              <a:t>目录</a:t>
            </a:r>
            <a:endParaRPr lang="zh-CN" altLang="en-US" smtClean="0"/>
          </a:p>
        </p:txBody>
      </p:sp>
      <p:sp>
        <p:nvSpPr>
          <p:cNvPr id="7" name="副标题 6"/>
          <p:cNvSpPr>
            <a:spLocks noGrp="1"/>
          </p:cNvSpPr>
          <p:nvPr>
            <p:ph type="subTitle" idx="14" hasCustomPrompt="1"/>
            <p:custDataLst>
              <p:tags r:id="rId4"/>
            </p:custDataLst>
          </p:nvPr>
        </p:nvSpPr>
        <p:spPr>
          <a:xfrm>
            <a:off x="355601" y="685800"/>
            <a:ext cx="2197102" cy="457200"/>
          </a:xfrm>
          <a:noFill/>
        </p:spPr>
        <p:txBody>
          <a:bodyPr lIns="0" tIns="0" rIns="0" bIns="0" anchor="t">
            <a:noAutofit/>
          </a:bodyPr>
          <a:lstStyle>
            <a:lvl1pPr marL="0" indent="0" algn="r">
              <a:lnSpc>
                <a:spcPct val="125000"/>
              </a:lnSpc>
              <a:buNone/>
              <a:defRPr sz="2400" b="0">
                <a:solidFill>
                  <a:schemeClr val="tx2"/>
                </a:solidFill>
                <a:latin typeface="Microsoft YaHei UI" panose="020B0503020204020204" charset="-122"/>
                <a:ea typeface="Microsoft YaHei UI"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CONTENTS</a:t>
            </a:r>
            <a:endParaRPr lang="zh-CN" altLang="en-US" smtClean="0"/>
          </a:p>
        </p:txBody>
      </p:sp>
      <p:sp>
        <p:nvSpPr>
          <p:cNvPr id="8" name="任意多边形 7"/>
          <p:cNvSpPr/>
          <p:nvPr userDrawn="1">
            <p:custDataLst>
              <p:tags r:id="rId5"/>
            </p:custDataLst>
          </p:nvPr>
        </p:nvSpPr>
        <p:spPr>
          <a:xfrm>
            <a:off x="0" y="3856482"/>
            <a:ext cx="3368040" cy="2991485"/>
          </a:xfrm>
          <a:custGeom>
            <a:avLst/>
            <a:gdLst>
              <a:gd name="connisteX0" fmla="*/ 2897870 w 3368649"/>
              <a:gd name="connsiteY0" fmla="*/ 1007266 h 2991560"/>
              <a:gd name="connisteX1" fmla="*/ 1287237 w 3368649"/>
              <a:gd name="connsiteY1" fmla="*/ 477243 h 2991560"/>
              <a:gd name="connisteX2" fmla="*/ 0 w 3368649"/>
              <a:gd name="connsiteY2" fmla="*/ 26837 h 2991560"/>
              <a:gd name="connisteX3" fmla="*/ 0 w 3368649"/>
              <a:gd name="connsiteY3" fmla="*/ 2991560 h 2991560"/>
              <a:gd name="connisteX4" fmla="*/ 2844762 w 3368649"/>
              <a:gd name="connsiteY4" fmla="*/ 2991560 h 2991560"/>
              <a:gd name="connisteX5" fmla="*/ 3211628 w 3368649"/>
              <a:gd name="connsiteY5" fmla="*/ 2044260 h 2991560"/>
              <a:gd name="connisteX6" fmla="*/ 2897870 w 3368649"/>
              <a:gd name="connsiteY6" fmla="*/ 1007266 h 299156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368650" h="2991560">
                <a:moveTo>
                  <a:pt x="2897871" y="1007266"/>
                </a:moveTo>
                <a:cubicBezTo>
                  <a:pt x="2625937" y="625989"/>
                  <a:pt x="1803892" y="403927"/>
                  <a:pt x="1287237" y="477244"/>
                </a:cubicBezTo>
                <a:cubicBezTo>
                  <a:pt x="569177" y="500607"/>
                  <a:pt x="768480" y="-136566"/>
                  <a:pt x="0" y="26838"/>
                </a:cubicBezTo>
                <a:lnTo>
                  <a:pt x="0" y="2991560"/>
                </a:lnTo>
                <a:lnTo>
                  <a:pt x="2844762" y="2991560"/>
                </a:lnTo>
                <a:cubicBezTo>
                  <a:pt x="2844762" y="2991560"/>
                  <a:pt x="3715738" y="2356400"/>
                  <a:pt x="3211629" y="2044260"/>
                </a:cubicBezTo>
                <a:cubicBezTo>
                  <a:pt x="2707529" y="1732111"/>
                  <a:pt x="3351642" y="1643506"/>
                  <a:pt x="2897871" y="1007266"/>
                </a:cubicBezTo>
                <a:close/>
              </a:path>
            </a:pathLst>
          </a:custGeom>
          <a:solidFill>
            <a:schemeClr val="accent2">
              <a:alpha val="2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任意多边形 8"/>
          <p:cNvSpPr/>
          <p:nvPr userDrawn="1">
            <p:custDataLst>
              <p:tags r:id="rId6"/>
            </p:custDataLst>
          </p:nvPr>
        </p:nvSpPr>
        <p:spPr>
          <a:xfrm>
            <a:off x="0" y="3848097"/>
            <a:ext cx="3670300" cy="3000375"/>
          </a:xfrm>
          <a:custGeom>
            <a:avLst/>
            <a:gdLst>
              <a:gd name="connisteX0" fmla="*/ 980474 w 3670319"/>
              <a:gd name="connsiteY0" fmla="*/ 141046 h 2999936"/>
              <a:gd name="connisteX1" fmla="*/ 0 w 3670319"/>
              <a:gd name="connsiteY1" fmla="*/ 210092 h 2999936"/>
              <a:gd name="connisteX2" fmla="*/ 0 w 3670319"/>
              <a:gd name="connsiteY2" fmla="*/ 2999945 h 2999936"/>
              <a:gd name="connisteX3" fmla="*/ 3436808 w 3670319"/>
              <a:gd name="connsiteY3" fmla="*/ 2999945 h 2999936"/>
              <a:gd name="connisteX4" fmla="*/ 3612949 w 3670319"/>
              <a:gd name="connsiteY4" fmla="*/ 2363211 h 2999936"/>
              <a:gd name="connisteX5" fmla="*/ 2841278 w 3670319"/>
              <a:gd name="connsiteY5" fmla="*/ 1782403 h 2999936"/>
              <a:gd name="connisteX6" fmla="*/ 2426104 w 3670319"/>
              <a:gd name="connsiteY6" fmla="*/ 609493 h 2999936"/>
              <a:gd name="connisteX7" fmla="*/ 980474 w 3670319"/>
              <a:gd name="connsiteY7" fmla="*/ 141046 h 299993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Lst>
            <a:pathLst>
              <a:path w="3670319" h="2999936">
                <a:moveTo>
                  <a:pt x="980475" y="141046"/>
                </a:moveTo>
                <a:cubicBezTo>
                  <a:pt x="530901" y="-143799"/>
                  <a:pt x="139099" y="67666"/>
                  <a:pt x="0" y="210093"/>
                </a:cubicBezTo>
                <a:lnTo>
                  <a:pt x="0" y="2999945"/>
                </a:lnTo>
                <a:lnTo>
                  <a:pt x="3436809" y="2999945"/>
                </a:lnTo>
                <a:cubicBezTo>
                  <a:pt x="3510190" y="2921051"/>
                  <a:pt x="3789100" y="2651413"/>
                  <a:pt x="3612950" y="2363212"/>
                </a:cubicBezTo>
                <a:cubicBezTo>
                  <a:pt x="3531175" y="2187281"/>
                  <a:pt x="2797250" y="2276701"/>
                  <a:pt x="2841279" y="1782403"/>
                </a:cubicBezTo>
                <a:cubicBezTo>
                  <a:pt x="3069842" y="515246"/>
                  <a:pt x="2639983" y="535463"/>
                  <a:pt x="2426104" y="609493"/>
                </a:cubicBezTo>
                <a:cubicBezTo>
                  <a:pt x="1736226" y="848261"/>
                  <a:pt x="1542437" y="497114"/>
                  <a:pt x="980475" y="141046"/>
                </a:cubicBezTo>
                <a:close/>
              </a:path>
            </a:pathLst>
          </a:custGeom>
          <a:solidFill>
            <a:schemeClr val="accent3">
              <a:alpha val="2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任意多边形 9"/>
          <p:cNvSpPr/>
          <p:nvPr userDrawn="1">
            <p:custDataLst>
              <p:tags r:id="rId7"/>
            </p:custDataLst>
          </p:nvPr>
        </p:nvSpPr>
        <p:spPr>
          <a:xfrm>
            <a:off x="9817172" y="2825"/>
            <a:ext cx="2374265" cy="1666240"/>
          </a:xfrm>
          <a:custGeom>
            <a:avLst/>
            <a:gdLst>
              <a:gd name="connisteX0" fmla="*/ 2374824 w 2374824"/>
              <a:gd name="connsiteY0" fmla="*/ 0 h 1666530"/>
              <a:gd name="connisteX1" fmla="*/ 2374824 w 2374824"/>
              <a:gd name="connsiteY1" fmla="*/ 1568424 h 1666530"/>
              <a:gd name="connisteX2" fmla="*/ 1090074 w 2374824"/>
              <a:gd name="connsiteY2" fmla="*/ 1570783 h 1666530"/>
              <a:gd name="connisteX3" fmla="*/ 364653 w 2374824"/>
              <a:gd name="connsiteY3" fmla="*/ 1647255 h 1666530"/>
              <a:gd name="connisteX4" fmla="*/ 149220 w 2374824"/>
              <a:gd name="connsiteY4" fmla="*/ 1042928 h 1666530"/>
              <a:gd name="connisteX5" fmla="*/ 310978 w 2374824"/>
              <a:gd name="connsiteY5" fmla="*/ 655515 h 1666530"/>
              <a:gd name="connisteX6" fmla="*/ 397133 w 2374824"/>
              <a:gd name="connsiteY6" fmla="*/ 0 h 1666530"/>
              <a:gd name="connisteX7" fmla="*/ 2374824 w 2374824"/>
              <a:gd name="connsiteY7" fmla="*/ 0 h 166653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Lst>
            <a:pathLst>
              <a:path w="2374825" h="1666531">
                <a:moveTo>
                  <a:pt x="2374825" y="0"/>
                </a:moveTo>
                <a:lnTo>
                  <a:pt x="2374825" y="1568425"/>
                </a:lnTo>
                <a:cubicBezTo>
                  <a:pt x="2006002" y="1357683"/>
                  <a:pt x="1516953" y="1471462"/>
                  <a:pt x="1090075" y="1570784"/>
                </a:cubicBezTo>
                <a:cubicBezTo>
                  <a:pt x="800786" y="1638084"/>
                  <a:pt x="540054" y="1698754"/>
                  <a:pt x="364654" y="1647255"/>
                </a:cubicBezTo>
                <a:cubicBezTo>
                  <a:pt x="-159526" y="1493371"/>
                  <a:pt x="-10141" y="1275423"/>
                  <a:pt x="149221" y="1042928"/>
                </a:cubicBezTo>
                <a:cubicBezTo>
                  <a:pt x="236601" y="915442"/>
                  <a:pt x="326989" y="783586"/>
                  <a:pt x="310978" y="655515"/>
                </a:cubicBezTo>
                <a:cubicBezTo>
                  <a:pt x="265798" y="293852"/>
                  <a:pt x="397133" y="0"/>
                  <a:pt x="397133" y="0"/>
                </a:cubicBezTo>
                <a:lnTo>
                  <a:pt x="2374825" y="0"/>
                </a:lnTo>
                <a:close/>
              </a:path>
            </a:pathLst>
          </a:custGeom>
          <a:solidFill>
            <a:schemeClr val="accent2">
              <a:alpha val="2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任意多边形 10"/>
          <p:cNvSpPr/>
          <p:nvPr userDrawn="1">
            <p:custDataLst>
              <p:tags r:id="rId8"/>
            </p:custDataLst>
          </p:nvPr>
        </p:nvSpPr>
        <p:spPr>
          <a:xfrm>
            <a:off x="9715500" y="2825"/>
            <a:ext cx="2475865" cy="2011045"/>
          </a:xfrm>
          <a:custGeom>
            <a:avLst/>
            <a:gdLst>
              <a:gd name="connisteX0" fmla="*/ 2476496 w 2476496"/>
              <a:gd name="connsiteY0" fmla="*/ 0 h 2011131"/>
              <a:gd name="connisteX1" fmla="*/ 2476496 w 2476496"/>
              <a:gd name="connsiteY1" fmla="*/ 1887349 h 2011131"/>
              <a:gd name="connisteX2" fmla="*/ 1775938 w 2476496"/>
              <a:gd name="connsiteY2" fmla="*/ 1858856 h 2011131"/>
              <a:gd name="connisteX3" fmla="*/ 955182 w 2476496"/>
              <a:gd name="connsiteY3" fmla="*/ 1503447 h 2011131"/>
              <a:gd name="connisteX4" fmla="*/ 689786 w 2476496"/>
              <a:gd name="connsiteY4" fmla="*/ 1511475 h 2011131"/>
              <a:gd name="connisteX5" fmla="*/ 162680 w 2476496"/>
              <a:gd name="connsiteY5" fmla="*/ 920919 h 2011131"/>
              <a:gd name="connisteX6" fmla="*/ 86474 w 2476496"/>
              <a:gd name="connsiteY6" fmla="*/ 498320 h 2011131"/>
              <a:gd name="connisteX7" fmla="*/ 47466 w 2476496"/>
              <a:gd name="connsiteY7" fmla="*/ 428753 h 2011131"/>
              <a:gd name="connisteX8" fmla="*/ 113979 w 2476496"/>
              <a:gd name="connsiteY8" fmla="*/ 0 h 2011131"/>
              <a:gd name="connisteX9" fmla="*/ 2476496 w 2476496"/>
              <a:gd name="connsiteY9" fmla="*/ 0 h 201113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Lst>
            <a:pathLst>
              <a:path w="2476497" h="2011131">
                <a:moveTo>
                  <a:pt x="2476497" y="0"/>
                </a:moveTo>
                <a:lnTo>
                  <a:pt x="2476497" y="1887349"/>
                </a:lnTo>
                <a:cubicBezTo>
                  <a:pt x="2369101" y="1983471"/>
                  <a:pt x="2002591" y="2122770"/>
                  <a:pt x="1775939" y="1858856"/>
                </a:cubicBezTo>
                <a:cubicBezTo>
                  <a:pt x="1633018" y="1692445"/>
                  <a:pt x="1289149" y="1548573"/>
                  <a:pt x="955182" y="1503447"/>
                </a:cubicBezTo>
                <a:cubicBezTo>
                  <a:pt x="877632" y="1492959"/>
                  <a:pt x="784711" y="1502121"/>
                  <a:pt x="689787" y="1511476"/>
                </a:cubicBezTo>
                <a:cubicBezTo>
                  <a:pt x="377949" y="1542200"/>
                  <a:pt x="44431" y="1575063"/>
                  <a:pt x="162681" y="920920"/>
                </a:cubicBezTo>
                <a:cubicBezTo>
                  <a:pt x="185989" y="659895"/>
                  <a:pt x="135825" y="578449"/>
                  <a:pt x="86475" y="498321"/>
                </a:cubicBezTo>
                <a:cubicBezTo>
                  <a:pt x="72896" y="476265"/>
                  <a:pt x="59372" y="454320"/>
                  <a:pt x="47467" y="428753"/>
                </a:cubicBezTo>
                <a:cubicBezTo>
                  <a:pt x="-71405" y="234681"/>
                  <a:pt x="64456" y="53127"/>
                  <a:pt x="113980" y="0"/>
                </a:cubicBezTo>
                <a:lnTo>
                  <a:pt x="2476497" y="0"/>
                </a:lnTo>
                <a:close/>
              </a:path>
            </a:pathLst>
          </a:custGeom>
          <a:solidFill>
            <a:schemeClr val="accent3">
              <a:alpha val="2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9" Type="http://schemas.openxmlformats.org/officeDocument/2006/relationships/theme" Target="../theme/theme2.xml"/><Relationship Id="rId18" Type="http://schemas.openxmlformats.org/officeDocument/2006/relationships/tags" Target="../tags/tag142.xml"/><Relationship Id="rId17" Type="http://schemas.openxmlformats.org/officeDocument/2006/relationships/tags" Target="../tags/tag141.xml"/><Relationship Id="rId16" Type="http://schemas.openxmlformats.org/officeDocument/2006/relationships/tags" Target="../tags/tag140.xml"/><Relationship Id="rId15" Type="http://schemas.openxmlformats.org/officeDocument/2006/relationships/tags" Target="../tags/tag139.xml"/><Relationship Id="rId14" Type="http://schemas.openxmlformats.org/officeDocument/2006/relationships/tags" Target="../tags/tag138.xml"/><Relationship Id="rId13" Type="http://schemas.openxmlformats.org/officeDocument/2006/relationships/tags" Target="../tags/tag137.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2.xml.rels><?xml version="1.0" encoding="UTF-8" standalone="yes"?>
<Relationships xmlns="http://schemas.openxmlformats.org/package/2006/relationships"><Relationship Id="rId9" Type="http://schemas.openxmlformats.org/officeDocument/2006/relationships/tags" Target="../tags/tag155.xml"/><Relationship Id="rId8" Type="http://schemas.openxmlformats.org/officeDocument/2006/relationships/tags" Target="../tags/tag154.xml"/><Relationship Id="rId7" Type="http://schemas.openxmlformats.org/officeDocument/2006/relationships/tags" Target="../tags/tag153.xml"/><Relationship Id="rId6" Type="http://schemas.openxmlformats.org/officeDocument/2006/relationships/tags" Target="../tags/tag152.xml"/><Relationship Id="rId5" Type="http://schemas.openxmlformats.org/officeDocument/2006/relationships/tags" Target="../tags/tag151.xml"/><Relationship Id="rId4" Type="http://schemas.openxmlformats.org/officeDocument/2006/relationships/tags" Target="../tags/tag150.xml"/><Relationship Id="rId3" Type="http://schemas.openxmlformats.org/officeDocument/2006/relationships/tags" Target="../tags/tag149.xml"/><Relationship Id="rId2" Type="http://schemas.openxmlformats.org/officeDocument/2006/relationships/tags" Target="../tags/tag148.xml"/><Relationship Id="rId15" Type="http://schemas.openxmlformats.org/officeDocument/2006/relationships/slideLayout" Target="../slideLayouts/slideLayout23.xml"/><Relationship Id="rId14" Type="http://schemas.openxmlformats.org/officeDocument/2006/relationships/tags" Target="../tags/tag160.xml"/><Relationship Id="rId13" Type="http://schemas.openxmlformats.org/officeDocument/2006/relationships/tags" Target="../tags/tag159.xml"/><Relationship Id="rId12" Type="http://schemas.openxmlformats.org/officeDocument/2006/relationships/tags" Target="../tags/tag158.xml"/><Relationship Id="rId11" Type="http://schemas.openxmlformats.org/officeDocument/2006/relationships/tags" Target="../tags/tag157.xml"/><Relationship Id="rId10" Type="http://schemas.openxmlformats.org/officeDocument/2006/relationships/tags" Target="../tags/tag156.xml"/><Relationship Id="rId1" Type="http://schemas.openxmlformats.org/officeDocument/2006/relationships/tags" Target="../tags/tag147.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s>
</file>

<file path=ppt/slides/_rels/slide4.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image" Target="../media/image3.png"/><Relationship Id="rId2" Type="http://schemas.openxmlformats.org/officeDocument/2006/relationships/image" Target="../media/image2.jpeg"/><Relationship Id="rId16" Type="http://schemas.openxmlformats.org/officeDocument/2006/relationships/slideLayout" Target="../slideLayouts/slideLayout18.xml"/><Relationship Id="rId15" Type="http://schemas.openxmlformats.org/officeDocument/2006/relationships/tags" Target="../tags/tag176.xml"/><Relationship Id="rId14" Type="http://schemas.openxmlformats.org/officeDocument/2006/relationships/tags" Target="../tags/tag175.xml"/><Relationship Id="rId13" Type="http://schemas.openxmlformats.org/officeDocument/2006/relationships/tags" Target="../tags/tag174.xml"/><Relationship Id="rId12" Type="http://schemas.openxmlformats.org/officeDocument/2006/relationships/tags" Target="../tags/tag173.xml"/><Relationship Id="rId11" Type="http://schemas.openxmlformats.org/officeDocument/2006/relationships/tags" Target="../tags/tag172.xml"/><Relationship Id="rId10" Type="http://schemas.openxmlformats.org/officeDocument/2006/relationships/tags" Target="../tags/tag171.xml"/><Relationship Id="rId1" Type="http://schemas.openxmlformats.org/officeDocument/2006/relationships/tags" Target="../tags/tag164.xml"/></Relationships>
</file>

<file path=ppt/slides/_rels/slide5.xml.rels><?xml version="1.0" encoding="UTF-8" standalone="yes"?>
<Relationships xmlns="http://schemas.openxmlformats.org/package/2006/relationships"><Relationship Id="rId9" Type="http://schemas.openxmlformats.org/officeDocument/2006/relationships/tags" Target="../tags/tag185.xml"/><Relationship Id="rId8" Type="http://schemas.openxmlformats.org/officeDocument/2006/relationships/tags" Target="../tags/tag184.xml"/><Relationship Id="rId7" Type="http://schemas.openxmlformats.org/officeDocument/2006/relationships/tags" Target="../tags/tag183.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6" Type="http://schemas.openxmlformats.org/officeDocument/2006/relationships/slideLayout" Target="../slideLayouts/slideLayout18.xml"/><Relationship Id="rId15" Type="http://schemas.openxmlformats.org/officeDocument/2006/relationships/tags" Target="../tags/tag189.xml"/><Relationship Id="rId14" Type="http://schemas.openxmlformats.org/officeDocument/2006/relationships/tags" Target="../tags/tag188.xml"/><Relationship Id="rId13" Type="http://schemas.openxmlformats.org/officeDocument/2006/relationships/tags" Target="../tags/tag187.xml"/><Relationship Id="rId12" Type="http://schemas.openxmlformats.org/officeDocument/2006/relationships/image" Target="../media/image3.png"/><Relationship Id="rId11" Type="http://schemas.openxmlformats.org/officeDocument/2006/relationships/image" Target="../media/image4.jpeg"/><Relationship Id="rId10" Type="http://schemas.openxmlformats.org/officeDocument/2006/relationships/tags" Target="../tags/tag186.xml"/><Relationship Id="rId1" Type="http://schemas.openxmlformats.org/officeDocument/2006/relationships/tags" Target="../tags/tag17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tags" Target="../tags/tag190.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197.xml"/><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tags" Target="../tags/tag194.xml"/><Relationship Id="rId3" Type="http://schemas.openxmlformats.org/officeDocument/2006/relationships/image" Target="NULL" TargetMode="External"/><Relationship Id="rId2" Type="http://schemas.openxmlformats.org/officeDocument/2006/relationships/image" Target="../media/image5.png"/><Relationship Id="rId1" Type="http://schemas.openxmlformats.org/officeDocument/2006/relationships/tags" Target="../tags/tag193.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201.xml"/><Relationship Id="rId6" Type="http://schemas.openxmlformats.org/officeDocument/2006/relationships/image" Target="../media/image7.png"/><Relationship Id="rId5" Type="http://schemas.openxmlformats.org/officeDocument/2006/relationships/tags" Target="../tags/tag200.xml"/><Relationship Id="rId4" Type="http://schemas.openxmlformats.org/officeDocument/2006/relationships/image" Target="NULL" TargetMode="External"/><Relationship Id="rId3" Type="http://schemas.openxmlformats.org/officeDocument/2006/relationships/image" Target="../media/image6.png"/><Relationship Id="rId2" Type="http://schemas.openxmlformats.org/officeDocument/2006/relationships/tags" Target="../tags/tag199.xml"/><Relationship Id="rId1" Type="http://schemas.openxmlformats.org/officeDocument/2006/relationships/tags" Target="../tags/tag19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占位符 4"/>
          <p:cNvSpPr>
            <a:spLocks noGrp="1"/>
          </p:cNvSpPr>
          <p:nvPr>
            <p:ph type="body" idx="13"/>
            <p:custDataLst>
              <p:tags r:id="rId1"/>
            </p:custDataLst>
          </p:nvPr>
        </p:nvSpPr>
        <p:spPr/>
        <p:txBody>
          <a:bodyPr/>
          <a:p>
            <a:r>
              <a:rPr lang="zh-CN" altLang="en-US"/>
              <a:t>2025/01/14</a:t>
            </a:r>
            <a:endParaRPr lang="zh-CN" altLang="en-US"/>
          </a:p>
        </p:txBody>
      </p:sp>
      <p:sp>
        <p:nvSpPr>
          <p:cNvPr id="6" name="标题 5"/>
          <p:cNvSpPr>
            <a:spLocks noGrp="1"/>
          </p:cNvSpPr>
          <p:nvPr>
            <p:ph type="ctrTitle" idx="14"/>
            <p:custDataLst>
              <p:tags r:id="rId2"/>
            </p:custDataLst>
          </p:nvPr>
        </p:nvSpPr>
        <p:spPr/>
        <p:txBody>
          <a:bodyPr/>
          <a:p>
            <a:r>
              <a:rPr lang="zh-CN" altLang="en-US"/>
              <a:t>剪辑的实现项目</a:t>
            </a:r>
            <a:endParaRPr lang="zh-CN" altLang="en-US"/>
          </a:p>
        </p:txBody>
      </p:sp>
      <p:sp>
        <p:nvSpPr>
          <p:cNvPr id="7" name="文本占位符 6"/>
          <p:cNvSpPr>
            <a:spLocks noGrp="1"/>
          </p:cNvSpPr>
          <p:nvPr>
            <p:ph type="body" idx="15"/>
            <p:custDataLst>
              <p:tags r:id="rId3"/>
            </p:custDataLst>
          </p:nvPr>
        </p:nvSpPr>
        <p:spPr/>
        <p:txBody>
          <a:bodyPr/>
          <a:p>
            <a:r>
              <a:rPr lang="zh-CN" altLang="en-US"/>
              <a:t>汇报人：</a:t>
            </a:r>
            <a:endParaRPr lang="zh-CN" altLang="en-US"/>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标题 20"/>
          <p:cNvSpPr>
            <a:spLocks noGrp="1"/>
          </p:cNvSpPr>
          <p:nvPr>
            <p:ph type="ctrTitle" idx="13"/>
            <p:custDataLst>
              <p:tags r:id="rId1"/>
            </p:custDataLst>
          </p:nvPr>
        </p:nvSpPr>
        <p:spPr/>
        <p:txBody>
          <a:bodyPr/>
          <a:p>
            <a:r>
              <a:rPr lang="zh-CN" altLang="en-US"/>
              <a:t>目录</a:t>
            </a:r>
            <a:endParaRPr lang="zh-CN" altLang="en-US"/>
          </a:p>
        </p:txBody>
      </p:sp>
      <p:sp>
        <p:nvSpPr>
          <p:cNvPr id="22" name="副标题 21"/>
          <p:cNvSpPr>
            <a:spLocks noGrp="1"/>
          </p:cNvSpPr>
          <p:nvPr>
            <p:ph type="subTitle" idx="14"/>
            <p:custDataLst>
              <p:tags r:id="rId2"/>
            </p:custDataLst>
          </p:nvPr>
        </p:nvSpPr>
        <p:spPr/>
        <p:txBody>
          <a:bodyPr/>
          <a:p>
            <a:r>
              <a:rPr lang="zh-CN" altLang="en-US"/>
              <a:t>CONTENTS</a:t>
            </a:r>
            <a:endParaRPr lang="zh-CN" altLang="en-US"/>
          </a:p>
        </p:txBody>
      </p:sp>
      <p:grpSp>
        <p:nvGrpSpPr>
          <p:cNvPr id="23" name="组合 22"/>
          <p:cNvGrpSpPr/>
          <p:nvPr/>
        </p:nvGrpSpPr>
        <p:grpSpPr>
          <a:xfrm>
            <a:off x="3441700" y="1702206"/>
            <a:ext cx="7375525" cy="4077610"/>
            <a:chOff x="5665" y="2862"/>
            <a:chExt cx="11615" cy="6421"/>
          </a:xfrm>
        </p:grpSpPr>
        <p:sp>
          <p:nvSpPr>
            <p:cNvPr id="2" name="文本框 1"/>
            <p:cNvSpPr txBox="1"/>
            <p:nvPr>
              <p:custDataLst>
                <p:tags r:id="rId3"/>
              </p:custDataLst>
            </p:nvPr>
          </p:nvSpPr>
          <p:spPr>
            <a:xfrm>
              <a:off x="5665" y="2862"/>
              <a:ext cx="1670" cy="1523"/>
            </a:xfrm>
            <a:prstGeom prst="rect">
              <a:avLst/>
            </a:prstGeom>
            <a:noFill/>
          </p:spPr>
          <p:txBody>
            <a:bodyPr wrap="square" lIns="0" tIns="0" rIns="0" bIns="0" rtlCol="0" anchor="ctr">
              <a:noAutofit/>
            </a:bodyPr>
            <a:p>
              <a:pPr algn="ctr">
                <a:lnSpc>
                  <a:spcPct val="109000"/>
                </a:lnSpc>
              </a:pPr>
              <a:r>
                <a:rPr lang="zh-CN" altLang="en-US" sz="5800">
                  <a:solidFill>
                    <a:schemeClr val="accent4"/>
                  </a:solidFill>
                  <a:latin typeface="Microsoft YaHei UI" panose="020B0503020204020204" charset="-122"/>
                  <a:ea typeface="Microsoft YaHei UI" panose="020B0503020204020204" charset="-122"/>
                </a:rPr>
                <a:t>01</a:t>
              </a:r>
              <a:endParaRPr lang="zh-CN" altLang="en-US" sz="5800">
                <a:solidFill>
                  <a:schemeClr val="accent4"/>
                </a:solidFill>
                <a:latin typeface="Microsoft YaHei UI" panose="020B0503020204020204" charset="-122"/>
                <a:ea typeface="Microsoft YaHei UI" panose="020B0503020204020204" charset="-122"/>
              </a:endParaRPr>
            </a:p>
          </p:txBody>
        </p:sp>
        <p:sp>
          <p:nvSpPr>
            <p:cNvPr id="3" name="矩形 2"/>
            <p:cNvSpPr/>
            <p:nvPr>
              <p:custDataLst>
                <p:tags r:id="rId4"/>
              </p:custDataLst>
            </p:nvPr>
          </p:nvSpPr>
          <p:spPr>
            <a:xfrm>
              <a:off x="7620" y="2960"/>
              <a:ext cx="20" cy="1440"/>
            </a:xfrm>
            <a:prstGeom prst="rect">
              <a:avLst/>
            </a:pr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custDataLst>
                <p:tags r:id="rId5"/>
              </p:custDataLst>
            </p:nvPr>
          </p:nvSpPr>
          <p:spPr>
            <a:xfrm>
              <a:off x="8040" y="2960"/>
              <a:ext cx="3070" cy="1440"/>
            </a:xfrm>
            <a:prstGeom prst="rect">
              <a:avLst/>
            </a:prstGeom>
            <a:noFill/>
          </p:spPr>
          <p:txBody>
            <a:bodyPr wrap="square" lIns="0" tIns="0" rIns="0" bIns="0" rtlCol="0" anchor="ctr">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项目概述</a:t>
              </a:r>
              <a:endParaRPr lang="zh-CN" altLang="en-US" sz="2400">
                <a:solidFill>
                  <a:schemeClr val="tx1"/>
                </a:solidFill>
                <a:latin typeface="Microsoft YaHei UI" panose="020B0503020204020204" charset="-122"/>
                <a:ea typeface="Microsoft YaHei UI" panose="020B0503020204020204" charset="-122"/>
              </a:endParaRPr>
            </a:p>
          </p:txBody>
        </p:sp>
        <p:sp>
          <p:nvSpPr>
            <p:cNvPr id="5" name="文本框 4"/>
            <p:cNvSpPr txBox="1"/>
            <p:nvPr>
              <p:custDataLst>
                <p:tags r:id="rId6"/>
              </p:custDataLst>
            </p:nvPr>
          </p:nvSpPr>
          <p:spPr>
            <a:xfrm>
              <a:off x="5665" y="5195"/>
              <a:ext cx="1670" cy="1523"/>
            </a:xfrm>
            <a:prstGeom prst="rect">
              <a:avLst/>
            </a:prstGeom>
            <a:noFill/>
          </p:spPr>
          <p:txBody>
            <a:bodyPr wrap="square" lIns="0" tIns="0" rIns="0" bIns="0" rtlCol="0" anchor="ctr">
              <a:noAutofit/>
            </a:bodyPr>
            <a:p>
              <a:pPr algn="ctr">
                <a:lnSpc>
                  <a:spcPct val="109000"/>
                </a:lnSpc>
              </a:pPr>
              <a:r>
                <a:rPr lang="zh-CN" altLang="en-US" sz="5800">
                  <a:solidFill>
                    <a:schemeClr val="accent4"/>
                  </a:solidFill>
                  <a:latin typeface="Microsoft YaHei UI" panose="020B0503020204020204" charset="-122"/>
                  <a:ea typeface="Microsoft YaHei UI" panose="020B0503020204020204" charset="-122"/>
                </a:rPr>
                <a:t>02</a:t>
              </a:r>
              <a:endParaRPr lang="zh-CN" altLang="en-US" sz="5800">
                <a:solidFill>
                  <a:schemeClr val="accent4"/>
                </a:solidFill>
                <a:latin typeface="Microsoft YaHei UI" panose="020B0503020204020204" charset="-122"/>
                <a:ea typeface="Microsoft YaHei UI" panose="020B0503020204020204" charset="-122"/>
              </a:endParaRPr>
            </a:p>
          </p:txBody>
        </p:sp>
        <p:sp>
          <p:nvSpPr>
            <p:cNvPr id="6" name="矩形 5"/>
            <p:cNvSpPr/>
            <p:nvPr>
              <p:custDataLst>
                <p:tags r:id="rId7"/>
              </p:custDataLst>
            </p:nvPr>
          </p:nvSpPr>
          <p:spPr>
            <a:xfrm>
              <a:off x="7640" y="5278"/>
              <a:ext cx="20" cy="1440"/>
            </a:xfrm>
            <a:prstGeom prst="rect">
              <a:avLst/>
            </a:pr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custDataLst>
                <p:tags r:id="rId8"/>
              </p:custDataLst>
            </p:nvPr>
          </p:nvSpPr>
          <p:spPr>
            <a:xfrm>
              <a:off x="8121" y="5278"/>
              <a:ext cx="3070" cy="1440"/>
            </a:xfrm>
            <a:prstGeom prst="rect">
              <a:avLst/>
            </a:prstGeom>
            <a:noFill/>
          </p:spPr>
          <p:txBody>
            <a:bodyPr wrap="square" lIns="0" tIns="0" rIns="0" bIns="0" rtlCol="0" anchor="ctr">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设计</a:t>
              </a:r>
              <a:r>
                <a:rPr lang="zh-CN" altLang="en-US" sz="2400">
                  <a:solidFill>
                    <a:schemeClr val="tx1"/>
                  </a:solidFill>
                  <a:latin typeface="Microsoft YaHei UI" panose="020B0503020204020204" charset="-122"/>
                  <a:ea typeface="Microsoft YaHei UI" panose="020B0503020204020204" charset="-122"/>
                </a:rPr>
                <a:t>思路</a:t>
              </a:r>
              <a:endParaRPr lang="zh-CN" altLang="en-US" sz="2400">
                <a:solidFill>
                  <a:schemeClr val="tx1"/>
                </a:solidFill>
                <a:latin typeface="Microsoft YaHei UI" panose="020B0503020204020204" charset="-122"/>
                <a:ea typeface="Microsoft YaHei UI" panose="020B0503020204020204" charset="-122"/>
              </a:endParaRPr>
            </a:p>
          </p:txBody>
        </p:sp>
        <p:sp>
          <p:nvSpPr>
            <p:cNvPr id="8" name="文本框 7"/>
            <p:cNvSpPr txBox="1"/>
            <p:nvPr>
              <p:custDataLst>
                <p:tags r:id="rId9"/>
              </p:custDataLst>
            </p:nvPr>
          </p:nvSpPr>
          <p:spPr>
            <a:xfrm>
              <a:off x="5665" y="7760"/>
              <a:ext cx="1670" cy="1523"/>
            </a:xfrm>
            <a:prstGeom prst="rect">
              <a:avLst/>
            </a:prstGeom>
            <a:noFill/>
          </p:spPr>
          <p:txBody>
            <a:bodyPr wrap="square" lIns="0" tIns="0" rIns="0" bIns="0" rtlCol="0" anchor="ctr">
              <a:noAutofit/>
            </a:bodyPr>
            <a:p>
              <a:pPr algn="ctr">
                <a:lnSpc>
                  <a:spcPct val="109000"/>
                </a:lnSpc>
              </a:pPr>
              <a:r>
                <a:rPr lang="zh-CN" altLang="en-US" sz="5800">
                  <a:solidFill>
                    <a:schemeClr val="accent4"/>
                  </a:solidFill>
                  <a:latin typeface="Microsoft YaHei UI" panose="020B0503020204020204" charset="-122"/>
                  <a:ea typeface="Microsoft YaHei UI" panose="020B0503020204020204" charset="-122"/>
                </a:rPr>
                <a:t>03</a:t>
              </a:r>
              <a:endParaRPr lang="zh-CN" altLang="en-US" sz="5800">
                <a:solidFill>
                  <a:schemeClr val="accent4"/>
                </a:solidFill>
                <a:latin typeface="Microsoft YaHei UI" panose="020B0503020204020204" charset="-122"/>
                <a:ea typeface="Microsoft YaHei UI" panose="020B0503020204020204" charset="-122"/>
              </a:endParaRPr>
            </a:p>
          </p:txBody>
        </p:sp>
        <p:sp>
          <p:nvSpPr>
            <p:cNvPr id="9" name="矩形 8"/>
            <p:cNvSpPr/>
            <p:nvPr>
              <p:custDataLst>
                <p:tags r:id="rId10"/>
              </p:custDataLst>
            </p:nvPr>
          </p:nvSpPr>
          <p:spPr>
            <a:xfrm>
              <a:off x="7600" y="7760"/>
              <a:ext cx="20" cy="1440"/>
            </a:xfrm>
            <a:prstGeom prst="rect">
              <a:avLst/>
            </a:pr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custDataLst>
                <p:tags r:id="rId11"/>
              </p:custDataLst>
            </p:nvPr>
          </p:nvSpPr>
          <p:spPr>
            <a:xfrm>
              <a:off x="8040" y="7843"/>
              <a:ext cx="3070" cy="1440"/>
            </a:xfrm>
            <a:prstGeom prst="rect">
              <a:avLst/>
            </a:prstGeom>
            <a:noFill/>
          </p:spPr>
          <p:txBody>
            <a:bodyPr wrap="square" lIns="0" tIns="0" rIns="0" bIns="0" rtlCol="0" anchor="ctr">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功能模块开发</a:t>
              </a:r>
              <a:endParaRPr lang="zh-CN" altLang="en-US" sz="2400">
                <a:solidFill>
                  <a:schemeClr val="tx1"/>
                </a:solidFill>
                <a:latin typeface="Microsoft YaHei UI" panose="020B0503020204020204" charset="-122"/>
                <a:ea typeface="Microsoft YaHei UI" panose="020B0503020204020204" charset="-122"/>
              </a:endParaRPr>
            </a:p>
          </p:txBody>
        </p:sp>
        <p:sp>
          <p:nvSpPr>
            <p:cNvPr id="16" name="文本框 15"/>
            <p:cNvSpPr txBox="1"/>
            <p:nvPr>
              <p:custDataLst>
                <p:tags r:id="rId12"/>
              </p:custDataLst>
            </p:nvPr>
          </p:nvSpPr>
          <p:spPr>
            <a:xfrm>
              <a:off x="8040" y="7760"/>
              <a:ext cx="3070" cy="1440"/>
            </a:xfrm>
            <a:prstGeom prst="rect">
              <a:avLst/>
            </a:prstGeom>
            <a:noFill/>
          </p:spPr>
          <p:txBody>
            <a:bodyPr wrap="square" lIns="0" tIns="0" rIns="0" bIns="0" rtlCol="0" anchor="ctr">
              <a:noAutofit/>
            </a:bodyPr>
            <a:p>
              <a:pPr algn="l">
                <a:lnSpc>
                  <a:spcPct val="111000"/>
                </a:lnSpc>
              </a:pPr>
              <a:endParaRPr lang="zh-CN" altLang="en-US" sz="2400">
                <a:solidFill>
                  <a:schemeClr val="tx1"/>
                </a:solidFill>
                <a:latin typeface="Microsoft YaHei UI" panose="020B0503020204020204" charset="-122"/>
                <a:ea typeface="Microsoft YaHei UI" panose="020B0503020204020204" charset="-122"/>
              </a:endParaRPr>
            </a:p>
          </p:txBody>
        </p:sp>
        <p:sp>
          <p:nvSpPr>
            <p:cNvPr id="19" name="文本框 18"/>
            <p:cNvSpPr txBox="1"/>
            <p:nvPr>
              <p:custDataLst>
                <p:tags r:id="rId13"/>
              </p:custDataLst>
            </p:nvPr>
          </p:nvSpPr>
          <p:spPr>
            <a:xfrm>
              <a:off x="14210" y="7760"/>
              <a:ext cx="3070" cy="1440"/>
            </a:xfrm>
            <a:prstGeom prst="rect">
              <a:avLst/>
            </a:prstGeom>
            <a:noFill/>
          </p:spPr>
          <p:txBody>
            <a:bodyPr wrap="square" lIns="0" tIns="0" rIns="0" bIns="0" rtlCol="0" anchor="ctr">
              <a:noAutofit/>
            </a:bodyPr>
            <a:p>
              <a:pPr algn="l">
                <a:lnSpc>
                  <a:spcPct val="111000"/>
                </a:lnSpc>
              </a:pPr>
              <a:endParaRPr lang="zh-CN" altLang="en-US" sz="2400">
                <a:solidFill>
                  <a:schemeClr val="tx1"/>
                </a:solidFill>
                <a:latin typeface="Microsoft YaHei UI" panose="020B0503020204020204" charset="-122"/>
                <a:ea typeface="Microsoft YaHei UI" panose="020B0503020204020204" charset="-122"/>
              </a:endParaRPr>
            </a:p>
          </p:txBody>
        </p:sp>
      </p:grpSp>
    </p:spTree>
    <p:custDataLst>
      <p:tags r:id="rId14"/>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idx="13"/>
            <p:custDataLst>
              <p:tags r:id="rId1"/>
            </p:custDataLst>
          </p:nvPr>
        </p:nvSpPr>
        <p:spPr/>
        <p:txBody>
          <a:bodyPr/>
          <a:p>
            <a:r>
              <a:rPr lang="zh-CN" altLang="en-US"/>
              <a:t>项目概述</a:t>
            </a:r>
            <a:endParaRPr lang="zh-CN" altLang="en-US"/>
          </a:p>
        </p:txBody>
      </p:sp>
      <p:sp>
        <p:nvSpPr>
          <p:cNvPr id="4" name="文本占位符 3"/>
          <p:cNvSpPr>
            <a:spLocks noGrp="1"/>
          </p:cNvSpPr>
          <p:nvPr>
            <p:ph type="body" idx="14"/>
            <p:custDataLst>
              <p:tags r:id="rId2"/>
            </p:custDataLst>
          </p:nvPr>
        </p:nvSpPr>
        <p:spPr/>
        <p:txBody>
          <a:bodyPr/>
          <a:p>
            <a:r>
              <a:rPr lang="zh-CN" altLang="en-US"/>
              <a:t>01</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C:/Users/zzy/AppData/Roaming/Kingsoft/office6/wppai/generateppt/206487b96d3d3b63f4d91aec43f60883.jpg206487b96d3d3b63f4d91aec43f60883"/>
          <p:cNvPicPr preferRelativeResize="0">
            <a:picLocks noChangeAspect="1"/>
          </p:cNvPicPr>
          <p:nvPr>
            <p:custDataLst>
              <p:tags r:id="rId1"/>
            </p:custDataLst>
          </p:nvPr>
        </p:nvPicPr>
        <p:blipFill>
          <a:blip r:embed="rId2"/>
          <a:srcRect l="18373" r="18432"/>
          <a:stretch>
            <a:fillRect/>
          </a:stretch>
        </p:blipFill>
        <p:spPr>
          <a:xfrm>
            <a:off x="609602" y="609603"/>
            <a:ext cx="4038600" cy="5638800"/>
          </a:xfrm>
          <a:prstGeom prst="rect">
            <a:avLst/>
          </a:prstGeom>
          <a:blipFill rotWithShape="1">
            <a:blip r:embed="rId3"/>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5" name="任意多边形 4"/>
          <p:cNvSpPr/>
          <p:nvPr>
            <p:custDataLst>
              <p:tags r:id="rId4"/>
            </p:custDataLst>
          </p:nvPr>
        </p:nvSpPr>
        <p:spPr>
          <a:xfrm>
            <a:off x="0" y="0"/>
            <a:ext cx="1595755" cy="1509395"/>
          </a:xfrm>
          <a:custGeom>
            <a:avLst/>
            <a:gdLst>
              <a:gd name="connisteX0" fmla="*/ 0 w 1596268"/>
              <a:gd name="connsiteY0" fmla="*/ 0 h 1509774"/>
              <a:gd name="connisteX1" fmla="*/ 0 w 1596268"/>
              <a:gd name="connsiteY1" fmla="*/ 1509774 h 1509774"/>
              <a:gd name="connisteX2" fmla="*/ 342058 w 1596268"/>
              <a:gd name="connsiteY2" fmla="*/ 1309256 h 1509774"/>
              <a:gd name="connisteX3" fmla="*/ 884627 w 1596268"/>
              <a:gd name="connsiteY3" fmla="*/ 483598 h 1509774"/>
              <a:gd name="connisteX4" fmla="*/ 1596258 w 1596268"/>
              <a:gd name="connsiteY4" fmla="*/ 0 h 1509774"/>
              <a:gd name="connisteX5" fmla="*/ 0 w 1596268"/>
              <a:gd name="connsiteY5" fmla="*/ 0 h 150977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1596268" h="1509775">
                <a:moveTo>
                  <a:pt x="0" y="0"/>
                </a:moveTo>
                <a:lnTo>
                  <a:pt x="0" y="1509775"/>
                </a:lnTo>
                <a:cubicBezTo>
                  <a:pt x="74706" y="1509775"/>
                  <a:pt x="247693" y="1469669"/>
                  <a:pt x="342059" y="1309256"/>
                </a:cubicBezTo>
                <a:cubicBezTo>
                  <a:pt x="460007" y="1108737"/>
                  <a:pt x="483599" y="648730"/>
                  <a:pt x="884627" y="483599"/>
                </a:cubicBezTo>
                <a:cubicBezTo>
                  <a:pt x="1205454" y="351495"/>
                  <a:pt x="1492731" y="106153"/>
                  <a:pt x="1596259" y="0"/>
                </a:cubicBezTo>
                <a:lnTo>
                  <a:pt x="0" y="0"/>
                </a:lnTo>
                <a:close/>
              </a:path>
            </a:pathLst>
          </a:custGeom>
          <a:solidFill>
            <a:schemeClr val="accent2">
              <a:alpha val="2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custDataLst>
              <p:tags r:id="rId5"/>
            </p:custDataLst>
          </p:nvPr>
        </p:nvSpPr>
        <p:spPr>
          <a:xfrm>
            <a:off x="0" y="0"/>
            <a:ext cx="1430655" cy="1894840"/>
          </a:xfrm>
          <a:custGeom>
            <a:avLst/>
            <a:gdLst>
              <a:gd name="connisteX0" fmla="*/ 0 w 1431136"/>
              <a:gd name="connsiteY0" fmla="*/ 0 h 1895075"/>
              <a:gd name="connisteX1" fmla="*/ 0 w 1431136"/>
              <a:gd name="connsiteY1" fmla="*/ 1895084 h 1895075"/>
              <a:gd name="connisteX2" fmla="*/ 802065 w 1431136"/>
              <a:gd name="connsiteY2" fmla="*/ 1151988 h 1895075"/>
              <a:gd name="connisteX3" fmla="*/ 1431136 w 1431136"/>
              <a:gd name="connsiteY3" fmla="*/ 0 h 1895075"/>
              <a:gd name="connisteX4" fmla="*/ 0 w 1431136"/>
              <a:gd name="connsiteY4" fmla="*/ 0 h 1895075"/>
            </a:gdLst>
            <a:ahLst/>
            <a:cxnLst>
              <a:cxn ang="0">
                <a:pos x="connisteX0" y="connsiteY0"/>
              </a:cxn>
              <a:cxn ang="0">
                <a:pos x="connisteX1" y="connsiteY1"/>
              </a:cxn>
              <a:cxn ang="0">
                <a:pos x="connisteX2" y="connsiteY2"/>
              </a:cxn>
              <a:cxn ang="0">
                <a:pos x="connisteX3" y="connsiteY3"/>
              </a:cxn>
              <a:cxn ang="0">
                <a:pos x="connisteX4" y="connsiteY4"/>
              </a:cxn>
            </a:cxnLst>
            <a:pathLst>
              <a:path w="1431137" h="1895076">
                <a:moveTo>
                  <a:pt x="0" y="0"/>
                </a:moveTo>
                <a:lnTo>
                  <a:pt x="0" y="1895085"/>
                </a:lnTo>
                <a:cubicBezTo>
                  <a:pt x="95674" y="1762707"/>
                  <a:pt x="420112" y="1464905"/>
                  <a:pt x="802066" y="1151989"/>
                </a:cubicBezTo>
                <a:cubicBezTo>
                  <a:pt x="1128397" y="884627"/>
                  <a:pt x="1335472" y="267352"/>
                  <a:pt x="1431137" y="0"/>
                </a:cubicBezTo>
                <a:lnTo>
                  <a:pt x="0" y="0"/>
                </a:lnTo>
                <a:close/>
              </a:path>
            </a:pathLst>
          </a:custGeom>
          <a:solidFill>
            <a:schemeClr val="accent3">
              <a:alpha val="2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custDataLst>
              <p:tags r:id="rId6"/>
            </p:custDataLst>
          </p:nvPr>
        </p:nvSpPr>
        <p:spPr>
          <a:xfrm>
            <a:off x="5257800" y="609603"/>
            <a:ext cx="6464296" cy="761997"/>
          </a:xfrm>
          <a:prstGeom prst="rect">
            <a:avLst/>
          </a:prstGeom>
          <a:noFill/>
        </p:spPr>
        <p:txBody>
          <a:bodyPr wrap="square" lIns="0" tIns="0" rIns="0" bIns="0" rtlCol="0" anchor="t">
            <a:noAutofit/>
          </a:bodyPr>
          <a:p>
            <a:pPr algn="l">
              <a:lnSpc>
                <a:spcPct val="114000"/>
              </a:lnSpc>
            </a:pPr>
            <a:r>
              <a:rPr lang="zh-CN" altLang="en-US" sz="4400">
                <a:solidFill>
                  <a:schemeClr val="tx1"/>
                </a:solidFill>
                <a:latin typeface="Microsoft YaHei UI" panose="020B0503020204020204" charset="-122"/>
                <a:ea typeface="Microsoft YaHei UI" panose="020B0503020204020204" charset="-122"/>
              </a:rPr>
              <a:t>项目功能</a:t>
            </a:r>
            <a:endParaRPr lang="zh-CN" altLang="en-US" sz="4400">
              <a:solidFill>
                <a:schemeClr val="tx1"/>
              </a:solidFill>
              <a:latin typeface="Microsoft YaHei UI" panose="020B0503020204020204" charset="-122"/>
              <a:ea typeface="Microsoft YaHei UI" panose="020B0503020204020204" charset="-122"/>
            </a:endParaRPr>
          </a:p>
        </p:txBody>
      </p:sp>
      <p:grpSp>
        <p:nvGrpSpPr>
          <p:cNvPr id="20" name="组合 19"/>
          <p:cNvGrpSpPr/>
          <p:nvPr/>
        </p:nvGrpSpPr>
        <p:grpSpPr>
          <a:xfrm>
            <a:off x="5257800" y="2336804"/>
            <a:ext cx="6835138" cy="4084948"/>
            <a:chOff x="8280" y="3680"/>
            <a:chExt cx="10764" cy="6433"/>
          </a:xfrm>
        </p:grpSpPr>
        <p:sp>
          <p:nvSpPr>
            <p:cNvPr id="8" name="任意多边形 7"/>
            <p:cNvSpPr/>
            <p:nvPr>
              <p:custDataLst>
                <p:tags r:id="rId7"/>
              </p:custDataLst>
            </p:nvPr>
          </p:nvSpPr>
          <p:spPr>
            <a:xfrm>
              <a:off x="8280" y="3680"/>
              <a:ext cx="80" cy="2720"/>
            </a:xfrm>
            <a:custGeom>
              <a:avLst/>
              <a:gdLst>
                <a:gd name="connisteX0" fmla="*/ 0 w 50804"/>
                <a:gd name="connsiteY0" fmla="*/ 25402 h 1727201"/>
                <a:gd name="connisteX1" fmla="*/ 25402 w 50804"/>
                <a:gd name="connsiteY1" fmla="*/ 0 h 1727201"/>
                <a:gd name="connisteX2" fmla="*/ 25402 w 50804"/>
                <a:gd name="connsiteY2" fmla="*/ 0 h 1727201"/>
                <a:gd name="connisteX3" fmla="*/ 50804 w 50804"/>
                <a:gd name="connsiteY3" fmla="*/ 25402 h 1727201"/>
                <a:gd name="connisteX4" fmla="*/ 50804 w 50804"/>
                <a:gd name="connsiteY4" fmla="*/ 1701798 h 1727201"/>
                <a:gd name="connisteX5" fmla="*/ 25402 w 50804"/>
                <a:gd name="connsiteY5" fmla="*/ 1727201 h 1727201"/>
                <a:gd name="connisteX6" fmla="*/ 25402 w 50804"/>
                <a:gd name="connsiteY6" fmla="*/ 1727201 h 1727201"/>
                <a:gd name="connisteX7" fmla="*/ 0 w 50804"/>
                <a:gd name="connsiteY7" fmla="*/ 1701798 h 1727201"/>
                <a:gd name="connisteX8" fmla="*/ 0 w 50804"/>
                <a:gd name="connsiteY8" fmla="*/ 25402 h 172720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custDataLst>
                <p:tags r:id="rId8"/>
              </p:custDataLst>
            </p:nvPr>
          </p:nvSpPr>
          <p:spPr>
            <a:xfrm>
              <a:off x="8520" y="3680"/>
              <a:ext cx="45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项目功能概述</a:t>
              </a:r>
              <a:endParaRPr lang="zh-CN" altLang="en-US" sz="2400">
                <a:solidFill>
                  <a:schemeClr val="tx1"/>
                </a:solidFill>
                <a:latin typeface="Microsoft YaHei UI" panose="020B0503020204020204" charset="-122"/>
                <a:ea typeface="Microsoft YaHei UI" panose="020B0503020204020204" charset="-122"/>
              </a:endParaRPr>
            </a:p>
          </p:txBody>
        </p:sp>
        <p:sp>
          <p:nvSpPr>
            <p:cNvPr id="10" name="文本框 9"/>
            <p:cNvSpPr txBox="1"/>
            <p:nvPr>
              <p:custDataLst>
                <p:tags r:id="rId9"/>
              </p:custDataLst>
            </p:nvPr>
          </p:nvSpPr>
          <p:spPr>
            <a:xfrm>
              <a:off x="8520" y="4480"/>
              <a:ext cx="9757" cy="2075"/>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项目简单实现了多次剪切，合并视频，添加水印，画中画，为视频添加音频或者更换音频的</a:t>
              </a:r>
              <a:r>
                <a:rPr lang="zh-CN" altLang="en-US" sz="1600">
                  <a:solidFill>
                    <a:schemeClr val="tx1"/>
                  </a:solidFill>
                  <a:latin typeface="Microsoft YaHei UI" panose="020B0503020204020204" charset="-122"/>
                  <a:ea typeface="Microsoft YaHei UI" panose="020B0503020204020204" charset="-122"/>
                </a:rPr>
                <a:t>功能。</a:t>
              </a:r>
              <a:endParaRPr lang="zh-CN" altLang="en-US" sz="1600">
                <a:solidFill>
                  <a:schemeClr val="tx1"/>
                </a:solidFill>
                <a:latin typeface="Microsoft YaHei UI" panose="020B0503020204020204" charset="-122"/>
                <a:ea typeface="Microsoft YaHei UI" panose="020B0503020204020204" charset="-122"/>
              </a:endParaRPr>
            </a:p>
          </p:txBody>
        </p:sp>
        <p:sp>
          <p:nvSpPr>
            <p:cNvPr id="12" name="文本框 11"/>
            <p:cNvSpPr txBox="1"/>
            <p:nvPr>
              <p:custDataLst>
                <p:tags r:id="rId10"/>
              </p:custDataLst>
            </p:nvPr>
          </p:nvSpPr>
          <p:spPr>
            <a:xfrm>
              <a:off x="8520" y="7120"/>
              <a:ext cx="4500" cy="640"/>
            </a:xfrm>
            <a:prstGeom prst="rect">
              <a:avLst/>
            </a:prstGeom>
            <a:noFill/>
          </p:spPr>
          <p:txBody>
            <a:bodyPr wrap="square" lIns="0" tIns="0" rIns="0" bIns="0" rtlCol="0" anchor="t">
              <a:noAutofit/>
            </a:bodyPr>
            <a:p>
              <a:pPr algn="l">
                <a:lnSpc>
                  <a:spcPct val="111000"/>
                </a:lnSpc>
              </a:pPr>
              <a:endParaRPr lang="zh-CN" altLang="en-US" sz="2400">
                <a:solidFill>
                  <a:schemeClr val="tx1"/>
                </a:solidFill>
                <a:latin typeface="Microsoft YaHei UI" panose="020B0503020204020204" charset="-122"/>
                <a:ea typeface="Microsoft YaHei UI" panose="020B0503020204020204" charset="-122"/>
              </a:endParaRPr>
            </a:p>
          </p:txBody>
        </p:sp>
        <p:sp>
          <p:nvSpPr>
            <p:cNvPr id="13" name="文本框 12"/>
            <p:cNvSpPr txBox="1"/>
            <p:nvPr>
              <p:custDataLst>
                <p:tags r:id="rId11"/>
              </p:custDataLst>
            </p:nvPr>
          </p:nvSpPr>
          <p:spPr>
            <a:xfrm>
              <a:off x="8520" y="7920"/>
              <a:ext cx="4460" cy="1920"/>
            </a:xfrm>
            <a:prstGeom prst="rect">
              <a:avLst/>
            </a:prstGeom>
            <a:noFill/>
          </p:spPr>
          <p:txBody>
            <a:bodyPr wrap="square" lIns="0" tIns="0" rIns="0" bIns="0" rtlCol="0" anchor="t">
              <a:noAutofit/>
            </a:bodyPr>
            <a:p>
              <a:pPr algn="l">
                <a:lnSpc>
                  <a:spcPct val="125000"/>
                </a:lnSpc>
              </a:pPr>
              <a:endParaRPr lang="zh-CN" altLang="en-US" sz="1600">
                <a:solidFill>
                  <a:schemeClr val="tx1"/>
                </a:solidFill>
                <a:latin typeface="Microsoft YaHei UI" panose="020B0503020204020204" charset="-122"/>
                <a:ea typeface="Microsoft YaHei UI" panose="020B0503020204020204" charset="-122"/>
              </a:endParaRPr>
            </a:p>
          </p:txBody>
        </p:sp>
        <p:sp>
          <p:nvSpPr>
            <p:cNvPr id="15" name="文本框 14"/>
            <p:cNvSpPr txBox="1"/>
            <p:nvPr>
              <p:custDataLst>
                <p:tags r:id="rId12"/>
              </p:custDataLst>
            </p:nvPr>
          </p:nvSpPr>
          <p:spPr>
            <a:xfrm>
              <a:off x="13860" y="3680"/>
              <a:ext cx="4500" cy="640"/>
            </a:xfrm>
            <a:prstGeom prst="rect">
              <a:avLst/>
            </a:prstGeom>
            <a:noFill/>
          </p:spPr>
          <p:txBody>
            <a:bodyPr wrap="square" lIns="0" tIns="0" rIns="0" bIns="0" rtlCol="0" anchor="t">
              <a:noAutofit/>
            </a:bodyPr>
            <a:p>
              <a:pPr algn="l">
                <a:lnSpc>
                  <a:spcPct val="111000"/>
                </a:lnSpc>
              </a:pPr>
              <a:endParaRPr lang="zh-CN" altLang="en-US" sz="2400">
                <a:solidFill>
                  <a:schemeClr val="tx1"/>
                </a:solidFill>
                <a:latin typeface="Microsoft YaHei UI" panose="020B0503020204020204" charset="-122"/>
                <a:ea typeface="Microsoft YaHei UI" panose="020B0503020204020204" charset="-122"/>
              </a:endParaRPr>
            </a:p>
          </p:txBody>
        </p:sp>
        <p:sp>
          <p:nvSpPr>
            <p:cNvPr id="18" name="文本框 17"/>
            <p:cNvSpPr txBox="1"/>
            <p:nvPr>
              <p:custDataLst>
                <p:tags r:id="rId13"/>
              </p:custDataLst>
            </p:nvPr>
          </p:nvSpPr>
          <p:spPr>
            <a:xfrm>
              <a:off x="13860" y="7120"/>
              <a:ext cx="4500" cy="640"/>
            </a:xfrm>
            <a:prstGeom prst="rect">
              <a:avLst/>
            </a:prstGeom>
            <a:noFill/>
          </p:spPr>
          <p:txBody>
            <a:bodyPr wrap="square" lIns="0" tIns="0" rIns="0" bIns="0" rtlCol="0" anchor="t">
              <a:noAutofit/>
            </a:bodyPr>
            <a:p>
              <a:pPr algn="l">
                <a:lnSpc>
                  <a:spcPct val="111000"/>
                </a:lnSpc>
              </a:pPr>
              <a:endParaRPr lang="zh-CN" altLang="en-US" sz="2400">
                <a:solidFill>
                  <a:schemeClr val="tx1"/>
                </a:solidFill>
                <a:latin typeface="Microsoft YaHei UI" panose="020B0503020204020204" charset="-122"/>
                <a:ea typeface="Microsoft YaHei UI" panose="020B0503020204020204" charset="-122"/>
              </a:endParaRPr>
            </a:p>
          </p:txBody>
        </p:sp>
        <p:sp>
          <p:nvSpPr>
            <p:cNvPr id="19" name="文本框 18"/>
            <p:cNvSpPr txBox="1"/>
            <p:nvPr>
              <p:custDataLst>
                <p:tags r:id="rId14"/>
              </p:custDataLst>
            </p:nvPr>
          </p:nvSpPr>
          <p:spPr>
            <a:xfrm>
              <a:off x="14584" y="8193"/>
              <a:ext cx="4460" cy="1920"/>
            </a:xfrm>
            <a:prstGeom prst="rect">
              <a:avLst/>
            </a:prstGeom>
            <a:noFill/>
          </p:spPr>
          <p:txBody>
            <a:bodyPr wrap="square" lIns="0" tIns="0" rIns="0" bIns="0" rtlCol="0" anchor="t">
              <a:noAutofit/>
            </a:bodyPr>
            <a:p>
              <a:pPr algn="l">
                <a:lnSpc>
                  <a:spcPct val="125000"/>
                </a:lnSpc>
              </a:pP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15"/>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380368" y="580393"/>
            <a:ext cx="6464296" cy="1524003"/>
          </a:xfrm>
          <a:prstGeom prst="rect">
            <a:avLst/>
          </a:prstGeom>
          <a:noFill/>
        </p:spPr>
        <p:txBody>
          <a:bodyPr wrap="square" lIns="0" tIns="0" rIns="0" bIns="0" rtlCol="0" anchor="t">
            <a:noAutofit/>
          </a:bodyPr>
          <a:p>
            <a:pPr algn="l">
              <a:lnSpc>
                <a:spcPct val="114000"/>
              </a:lnSpc>
            </a:pPr>
            <a:r>
              <a:rPr lang="zh-CN" altLang="en-US" sz="4400">
                <a:solidFill>
                  <a:schemeClr val="tx1"/>
                </a:solidFill>
                <a:latin typeface="Microsoft YaHei UI" panose="020B0503020204020204" charset="-122"/>
                <a:ea typeface="Microsoft YaHei UI" panose="020B0503020204020204" charset="-122"/>
              </a:rPr>
              <a:t>项目团队与分工</a:t>
            </a:r>
            <a:endParaRPr lang="zh-CN" altLang="en-US" sz="4400">
              <a:solidFill>
                <a:schemeClr val="tx1"/>
              </a:solidFill>
              <a:latin typeface="Microsoft YaHei UI" panose="020B0503020204020204" charset="-122"/>
              <a:ea typeface="Microsoft YaHei UI" panose="020B0503020204020204" charset="-122"/>
            </a:endParaRPr>
          </a:p>
        </p:txBody>
      </p:sp>
      <p:grpSp>
        <p:nvGrpSpPr>
          <p:cNvPr id="20" name="组合 19"/>
          <p:cNvGrpSpPr/>
          <p:nvPr/>
        </p:nvGrpSpPr>
        <p:grpSpPr>
          <a:xfrm>
            <a:off x="449583" y="2818128"/>
            <a:ext cx="6375398" cy="3302002"/>
            <a:chOff x="960" y="4640"/>
            <a:chExt cx="10040" cy="5200"/>
          </a:xfrm>
        </p:grpSpPr>
        <p:sp>
          <p:nvSpPr>
            <p:cNvPr id="3" name="任意多边形 2"/>
            <p:cNvSpPr/>
            <p:nvPr>
              <p:custDataLst>
                <p:tags r:id="rId2"/>
              </p:custDataLst>
            </p:nvPr>
          </p:nvSpPr>
          <p:spPr>
            <a:xfrm>
              <a:off x="960" y="4640"/>
              <a:ext cx="80" cy="2241"/>
            </a:xfrm>
            <a:custGeom>
              <a:avLst/>
              <a:gdLst>
                <a:gd name="connisteX0" fmla="*/ 0 w 50804"/>
                <a:gd name="connsiteY0" fmla="*/ 25402 h 1422404"/>
                <a:gd name="connisteX1" fmla="*/ 25402 w 50804"/>
                <a:gd name="connsiteY1" fmla="*/ 0 h 1422404"/>
                <a:gd name="connisteX2" fmla="*/ 25402 w 50804"/>
                <a:gd name="connsiteY2" fmla="*/ 0 h 1422404"/>
                <a:gd name="connisteX3" fmla="*/ 50804 w 50804"/>
                <a:gd name="connsiteY3" fmla="*/ 25402 h 1422404"/>
                <a:gd name="connisteX4" fmla="*/ 50804 w 50804"/>
                <a:gd name="connsiteY4" fmla="*/ 1397002 h 1422404"/>
                <a:gd name="connisteX5" fmla="*/ 25402 w 50804"/>
                <a:gd name="connsiteY5" fmla="*/ 1422404 h 1422404"/>
                <a:gd name="connisteX6" fmla="*/ 25402 w 50804"/>
                <a:gd name="connsiteY6" fmla="*/ 1422404 h 1422404"/>
                <a:gd name="connisteX7" fmla="*/ 0 w 50804"/>
                <a:gd name="connsiteY7" fmla="*/ 1397002 h 1422404"/>
                <a:gd name="connisteX8" fmla="*/ 0 w 50804"/>
                <a:gd name="connsiteY8" fmla="*/ 25402 h 142240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422404">
                  <a:moveTo>
                    <a:pt x="0" y="25402"/>
                  </a:moveTo>
                  <a:cubicBezTo>
                    <a:pt x="0" y="11375"/>
                    <a:pt x="11375" y="0"/>
                    <a:pt x="25402" y="0"/>
                  </a:cubicBezTo>
                  <a:lnTo>
                    <a:pt x="25402" y="0"/>
                  </a:lnTo>
                  <a:cubicBezTo>
                    <a:pt x="39429" y="0"/>
                    <a:pt x="50804" y="11375"/>
                    <a:pt x="50804" y="25402"/>
                  </a:cubicBezTo>
                  <a:lnTo>
                    <a:pt x="50804" y="1397002"/>
                  </a:lnTo>
                  <a:cubicBezTo>
                    <a:pt x="50804" y="1411038"/>
                    <a:pt x="39429" y="1422404"/>
                    <a:pt x="25402" y="1422404"/>
                  </a:cubicBezTo>
                  <a:lnTo>
                    <a:pt x="25402" y="1422404"/>
                  </a:lnTo>
                  <a:cubicBezTo>
                    <a:pt x="11375" y="1422404"/>
                    <a:pt x="0" y="1411038"/>
                    <a:pt x="0" y="1397002"/>
                  </a:cubicBezTo>
                  <a:lnTo>
                    <a:pt x="0" y="25402"/>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custDataLst>
                <p:tags r:id="rId3"/>
              </p:custDataLst>
            </p:nvPr>
          </p:nvSpPr>
          <p:spPr>
            <a:xfrm>
              <a:off x="1040" y="5220"/>
              <a:ext cx="44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合并视频，为视频添加或者更换音频，选择素材的功能</a:t>
              </a:r>
              <a:r>
                <a:rPr lang="en-US" altLang="zh-CN" sz="1600">
                  <a:solidFill>
                    <a:schemeClr val="tx1"/>
                  </a:solidFill>
                  <a:latin typeface="Microsoft YaHei UI" panose="020B0503020204020204" charset="-122"/>
                  <a:ea typeface="Microsoft YaHei UI" panose="020B0503020204020204" charset="-122"/>
                </a:rPr>
                <a:t>ui</a:t>
              </a:r>
              <a:r>
                <a:rPr lang="zh-CN" altLang="en-US" sz="1600">
                  <a:solidFill>
                    <a:schemeClr val="tx1"/>
                  </a:solidFill>
                  <a:latin typeface="Microsoft YaHei UI" panose="020B0503020204020204" charset="-122"/>
                  <a:ea typeface="Microsoft YaHei UI" panose="020B0503020204020204" charset="-122"/>
                </a:rPr>
                <a:t>界面实现，从文件选择视频后导入到素材</a:t>
              </a:r>
              <a:r>
                <a:rPr lang="zh-CN" altLang="en-US" sz="1600">
                  <a:solidFill>
                    <a:schemeClr val="tx1"/>
                  </a:solidFill>
                  <a:latin typeface="Microsoft YaHei UI" panose="020B0503020204020204" charset="-122"/>
                  <a:ea typeface="Microsoft YaHei UI" panose="020B0503020204020204" charset="-122"/>
                </a:rPr>
                <a:t>库</a:t>
              </a:r>
              <a:endParaRPr lang="zh-CN" altLang="en-US" sz="1600">
                <a:solidFill>
                  <a:schemeClr val="tx1"/>
                </a:solidFill>
                <a:latin typeface="Microsoft YaHei UI" panose="020B0503020204020204" charset="-122"/>
                <a:ea typeface="Microsoft YaHei UI" panose="020B0503020204020204" charset="-122"/>
              </a:endParaRPr>
            </a:p>
          </p:txBody>
        </p:sp>
        <p:sp>
          <p:nvSpPr>
            <p:cNvPr id="6" name="任意多边形 5"/>
            <p:cNvSpPr/>
            <p:nvPr>
              <p:custDataLst>
                <p:tags r:id="rId4"/>
              </p:custDataLst>
            </p:nvPr>
          </p:nvSpPr>
          <p:spPr>
            <a:xfrm>
              <a:off x="960" y="7600"/>
              <a:ext cx="80" cy="2240"/>
            </a:xfrm>
            <a:custGeom>
              <a:avLst/>
              <a:gdLst>
                <a:gd name="connisteX0" fmla="*/ 0 w 50804"/>
                <a:gd name="connsiteY0" fmla="*/ 25402 h 1422404"/>
                <a:gd name="connisteX1" fmla="*/ 25402 w 50804"/>
                <a:gd name="connsiteY1" fmla="*/ 0 h 1422404"/>
                <a:gd name="connisteX2" fmla="*/ 25402 w 50804"/>
                <a:gd name="connsiteY2" fmla="*/ 0 h 1422404"/>
                <a:gd name="connisteX3" fmla="*/ 50804 w 50804"/>
                <a:gd name="connsiteY3" fmla="*/ 25402 h 1422404"/>
                <a:gd name="connisteX4" fmla="*/ 50804 w 50804"/>
                <a:gd name="connsiteY4" fmla="*/ 1397002 h 1422404"/>
                <a:gd name="connisteX5" fmla="*/ 25402 w 50804"/>
                <a:gd name="connsiteY5" fmla="*/ 1422404 h 1422404"/>
                <a:gd name="connisteX6" fmla="*/ 25402 w 50804"/>
                <a:gd name="connsiteY6" fmla="*/ 1422404 h 1422404"/>
                <a:gd name="connisteX7" fmla="*/ 0 w 50804"/>
                <a:gd name="connsiteY7" fmla="*/ 1397002 h 1422404"/>
                <a:gd name="connisteX8" fmla="*/ 0 w 50804"/>
                <a:gd name="connsiteY8" fmla="*/ 25402 h 142240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422404">
                  <a:moveTo>
                    <a:pt x="0" y="25402"/>
                  </a:moveTo>
                  <a:cubicBezTo>
                    <a:pt x="0" y="11375"/>
                    <a:pt x="11375" y="0"/>
                    <a:pt x="25402" y="0"/>
                  </a:cubicBezTo>
                  <a:lnTo>
                    <a:pt x="25402" y="0"/>
                  </a:lnTo>
                  <a:cubicBezTo>
                    <a:pt x="39429" y="0"/>
                    <a:pt x="50804" y="11375"/>
                    <a:pt x="50804" y="25402"/>
                  </a:cubicBezTo>
                  <a:lnTo>
                    <a:pt x="50804" y="1397002"/>
                  </a:lnTo>
                  <a:cubicBezTo>
                    <a:pt x="50804" y="1411038"/>
                    <a:pt x="39429" y="1422404"/>
                    <a:pt x="25402" y="1422404"/>
                  </a:cubicBezTo>
                  <a:lnTo>
                    <a:pt x="25402" y="1422404"/>
                  </a:lnTo>
                  <a:cubicBezTo>
                    <a:pt x="11375" y="1422404"/>
                    <a:pt x="0" y="1411038"/>
                    <a:pt x="0" y="1397002"/>
                  </a:cubicBezTo>
                  <a:lnTo>
                    <a:pt x="0" y="25402"/>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custDataLst>
                <p:tags r:id="rId5"/>
              </p:custDataLst>
            </p:nvPr>
          </p:nvSpPr>
          <p:spPr>
            <a:xfrm>
              <a:off x="1200" y="7600"/>
              <a:ext cx="4500" cy="640"/>
            </a:xfrm>
            <a:prstGeom prst="rect">
              <a:avLst/>
            </a:prstGeom>
            <a:noFill/>
          </p:spPr>
          <p:txBody>
            <a:bodyPr wrap="square" lIns="0" tIns="0" rIns="0" bIns="0" rtlCol="0" anchor="t">
              <a:noAutofit/>
            </a:bodyPr>
            <a:p>
              <a:pPr algn="l">
                <a:lnSpc>
                  <a:spcPct val="111000"/>
                </a:lnSpc>
              </a:pPr>
              <a:endParaRPr lang="zh-CN" altLang="en-US" sz="2400">
                <a:solidFill>
                  <a:schemeClr val="tx1"/>
                </a:solidFill>
                <a:latin typeface="Microsoft YaHei UI" panose="020B0503020204020204" charset="-122"/>
                <a:ea typeface="Microsoft YaHei UI" panose="020B0503020204020204" charset="-122"/>
              </a:endParaRPr>
            </a:p>
          </p:txBody>
        </p:sp>
        <p:sp>
          <p:nvSpPr>
            <p:cNvPr id="8" name="文本框 7"/>
            <p:cNvSpPr txBox="1"/>
            <p:nvPr>
              <p:custDataLst>
                <p:tags r:id="rId6"/>
              </p:custDataLst>
            </p:nvPr>
          </p:nvSpPr>
          <p:spPr>
            <a:xfrm>
              <a:off x="1040" y="8034"/>
              <a:ext cx="44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为视频添加水印，视频的多次剪辑，实现将已导入素材中放在用户点击后的弹出窗口的功能</a:t>
              </a:r>
              <a:r>
                <a:rPr lang="en-US" altLang="zh-CN" sz="1600">
                  <a:solidFill>
                    <a:schemeClr val="tx1"/>
                  </a:solidFill>
                  <a:latin typeface="Microsoft YaHei UI" panose="020B0503020204020204" charset="-122"/>
                  <a:ea typeface="Microsoft YaHei UI" panose="020B0503020204020204" charset="-122"/>
                </a:rPr>
                <a:t>ui</a:t>
              </a:r>
              <a:r>
                <a:rPr lang="zh-CN" altLang="en-US" sz="1600">
                  <a:solidFill>
                    <a:schemeClr val="tx1"/>
                  </a:solidFill>
                  <a:latin typeface="Microsoft YaHei UI" panose="020B0503020204020204" charset="-122"/>
                  <a:ea typeface="Microsoft YaHei UI" panose="020B0503020204020204" charset="-122"/>
                </a:rPr>
                <a:t>界面，</a:t>
              </a:r>
              <a:r>
                <a:rPr lang="zh-CN" altLang="en-US" sz="1600">
                  <a:solidFill>
                    <a:schemeClr val="tx1"/>
                  </a:solidFill>
                  <a:latin typeface="Microsoft YaHei UI" panose="020B0503020204020204" charset="-122"/>
                  <a:ea typeface="Microsoft YaHei UI" panose="020B0503020204020204" charset="-122"/>
                </a:rPr>
                <a:t>以及时间轴</a:t>
              </a:r>
              <a:r>
                <a:rPr lang="zh-CN" altLang="en-US" sz="1600">
                  <a:solidFill>
                    <a:schemeClr val="tx1"/>
                  </a:solidFill>
                  <a:latin typeface="Microsoft YaHei UI" panose="020B0503020204020204" charset="-122"/>
                  <a:ea typeface="Microsoft YaHei UI" panose="020B0503020204020204" charset="-122"/>
                </a:rPr>
                <a:t>与视频的</a:t>
              </a:r>
              <a:r>
                <a:rPr lang="zh-CN" altLang="en-US" sz="1600">
                  <a:solidFill>
                    <a:schemeClr val="tx1"/>
                  </a:solidFill>
                  <a:latin typeface="Microsoft YaHei UI" panose="020B0503020204020204" charset="-122"/>
                  <a:ea typeface="Microsoft YaHei UI" panose="020B0503020204020204" charset="-122"/>
                </a:rPr>
                <a:t>同步</a:t>
              </a:r>
              <a:endParaRPr lang="zh-CN" altLang="en-US" sz="1600">
                <a:solidFill>
                  <a:schemeClr val="tx1"/>
                </a:solidFill>
                <a:latin typeface="Microsoft YaHei UI" panose="020B0503020204020204" charset="-122"/>
                <a:ea typeface="Microsoft YaHei UI" panose="020B0503020204020204" charset="-122"/>
              </a:endParaRPr>
            </a:p>
          </p:txBody>
        </p:sp>
        <p:sp>
          <p:nvSpPr>
            <p:cNvPr id="9" name="任意多边形 8"/>
            <p:cNvSpPr/>
            <p:nvPr>
              <p:custDataLst>
                <p:tags r:id="rId7"/>
              </p:custDataLst>
            </p:nvPr>
          </p:nvSpPr>
          <p:spPr>
            <a:xfrm>
              <a:off x="6300" y="4640"/>
              <a:ext cx="80" cy="2241"/>
            </a:xfrm>
            <a:custGeom>
              <a:avLst/>
              <a:gdLst>
                <a:gd name="connisteX0" fmla="*/ 0 w 50804"/>
                <a:gd name="connsiteY0" fmla="*/ 25402 h 1422404"/>
                <a:gd name="connisteX1" fmla="*/ 25402 w 50804"/>
                <a:gd name="connsiteY1" fmla="*/ 0 h 1422404"/>
                <a:gd name="connisteX2" fmla="*/ 25402 w 50804"/>
                <a:gd name="connsiteY2" fmla="*/ 0 h 1422404"/>
                <a:gd name="connisteX3" fmla="*/ 50804 w 50804"/>
                <a:gd name="connsiteY3" fmla="*/ 25402 h 1422404"/>
                <a:gd name="connisteX4" fmla="*/ 50804 w 50804"/>
                <a:gd name="connsiteY4" fmla="*/ 1397002 h 1422404"/>
                <a:gd name="connisteX5" fmla="*/ 25402 w 50804"/>
                <a:gd name="connsiteY5" fmla="*/ 1422404 h 1422404"/>
                <a:gd name="connisteX6" fmla="*/ 25402 w 50804"/>
                <a:gd name="connsiteY6" fmla="*/ 1422404 h 1422404"/>
                <a:gd name="connisteX7" fmla="*/ 0 w 50804"/>
                <a:gd name="connsiteY7" fmla="*/ 1397002 h 1422404"/>
                <a:gd name="connisteX8" fmla="*/ 0 w 50804"/>
                <a:gd name="connsiteY8" fmla="*/ 25402 h 142240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422404">
                  <a:moveTo>
                    <a:pt x="0" y="25402"/>
                  </a:moveTo>
                  <a:cubicBezTo>
                    <a:pt x="0" y="11375"/>
                    <a:pt x="11375" y="0"/>
                    <a:pt x="25402" y="0"/>
                  </a:cubicBezTo>
                  <a:lnTo>
                    <a:pt x="25402" y="0"/>
                  </a:lnTo>
                  <a:cubicBezTo>
                    <a:pt x="39429" y="0"/>
                    <a:pt x="50804" y="11375"/>
                    <a:pt x="50804" y="25402"/>
                  </a:cubicBezTo>
                  <a:lnTo>
                    <a:pt x="50804" y="1397002"/>
                  </a:lnTo>
                  <a:cubicBezTo>
                    <a:pt x="50804" y="1411038"/>
                    <a:pt x="39429" y="1422404"/>
                    <a:pt x="25402" y="1422404"/>
                  </a:cubicBezTo>
                  <a:lnTo>
                    <a:pt x="25402" y="1422404"/>
                  </a:lnTo>
                  <a:cubicBezTo>
                    <a:pt x="11375" y="1422404"/>
                    <a:pt x="0" y="1411038"/>
                    <a:pt x="0" y="1397002"/>
                  </a:cubicBezTo>
                  <a:lnTo>
                    <a:pt x="0" y="25402"/>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custDataLst>
                <p:tags r:id="rId8"/>
              </p:custDataLst>
            </p:nvPr>
          </p:nvSpPr>
          <p:spPr>
            <a:xfrm>
              <a:off x="6540" y="5238"/>
              <a:ext cx="44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实现画中画和一次剪辑，修改了多次剪辑中的</a:t>
              </a:r>
              <a:r>
                <a:rPr lang="en-US" altLang="zh-CN" sz="1600">
                  <a:solidFill>
                    <a:schemeClr val="tx1"/>
                  </a:solidFill>
                  <a:latin typeface="Microsoft YaHei UI" panose="020B0503020204020204" charset="-122"/>
                  <a:ea typeface="Microsoft YaHei UI" panose="020B0503020204020204" charset="-122"/>
                </a:rPr>
                <a:t>bug</a:t>
              </a:r>
              <a:r>
                <a:rPr lang="zh-CN" altLang="en-US" sz="1600">
                  <a:solidFill>
                    <a:schemeClr val="tx1"/>
                  </a:solidFill>
                  <a:latin typeface="Microsoft YaHei UI" panose="020B0503020204020204" charset="-122"/>
                  <a:ea typeface="Microsoft YaHei UI" panose="020B0503020204020204" charset="-122"/>
                </a:rPr>
                <a:t>，</a:t>
              </a:r>
              <a:r>
                <a:rPr lang="zh-CN" altLang="en-US" sz="1600">
                  <a:solidFill>
                    <a:schemeClr val="tx1"/>
                  </a:solidFill>
                  <a:latin typeface="Microsoft YaHei UI" panose="020B0503020204020204" charset="-122"/>
                  <a:ea typeface="Microsoft YaHei UI" panose="020B0503020204020204" charset="-122"/>
                </a:rPr>
                <a:t>帮助参与解决了每个人的</a:t>
              </a:r>
              <a:r>
                <a:rPr lang="en-US" altLang="zh-CN" sz="1600">
                  <a:solidFill>
                    <a:schemeClr val="tx1"/>
                  </a:solidFill>
                  <a:latin typeface="Microsoft YaHei UI" panose="020B0503020204020204" charset="-122"/>
                  <a:ea typeface="Microsoft YaHei UI" panose="020B0503020204020204" charset="-122"/>
                </a:rPr>
                <a:t>bug</a:t>
              </a:r>
              <a:endParaRPr lang="en-US" altLang="zh-CN" sz="1600">
                <a:solidFill>
                  <a:schemeClr val="tx1"/>
                </a:solidFill>
                <a:latin typeface="Microsoft YaHei UI" panose="020B0503020204020204" charset="-122"/>
                <a:ea typeface="Microsoft YaHei UI" panose="020B0503020204020204" charset="-122"/>
              </a:endParaRPr>
            </a:p>
          </p:txBody>
        </p:sp>
        <p:sp>
          <p:nvSpPr>
            <p:cNvPr id="14" name="文本框 13"/>
            <p:cNvSpPr txBox="1"/>
            <p:nvPr>
              <p:custDataLst>
                <p:tags r:id="rId9"/>
              </p:custDataLst>
            </p:nvPr>
          </p:nvSpPr>
          <p:spPr>
            <a:xfrm>
              <a:off x="6540" y="8400"/>
              <a:ext cx="4460" cy="1440"/>
            </a:xfrm>
            <a:prstGeom prst="rect">
              <a:avLst/>
            </a:prstGeom>
            <a:noFill/>
          </p:spPr>
          <p:txBody>
            <a:bodyPr wrap="square" lIns="0" tIns="0" rIns="0" bIns="0" rtlCol="0" anchor="t">
              <a:noAutofit/>
            </a:bodyPr>
            <a:p>
              <a:pPr algn="l">
                <a:lnSpc>
                  <a:spcPct val="125000"/>
                </a:lnSpc>
              </a:pPr>
              <a:endParaRPr lang="zh-CN" altLang="en-US" sz="1600">
                <a:solidFill>
                  <a:schemeClr val="tx1"/>
                </a:solidFill>
                <a:latin typeface="Microsoft YaHei UI" panose="020B0503020204020204" charset="-122"/>
                <a:ea typeface="Microsoft YaHei UI" panose="020B0503020204020204" charset="-122"/>
              </a:endParaRPr>
            </a:p>
          </p:txBody>
        </p:sp>
      </p:grpSp>
      <p:pic>
        <p:nvPicPr>
          <p:cNvPr id="15" name="图片 14" descr="C:/Users/zzy/AppData/Roaming/Kingsoft/office6/wppai/generateppt/270687927ed8b2d967c6383591166aeb.jpg270687927ed8b2d967c6383591166aeb"/>
          <p:cNvPicPr preferRelativeResize="0">
            <a:picLocks noChangeAspect="1"/>
          </p:cNvPicPr>
          <p:nvPr>
            <p:custDataLst>
              <p:tags r:id="rId10"/>
            </p:custDataLst>
          </p:nvPr>
        </p:nvPicPr>
        <p:blipFill>
          <a:blip r:embed="rId11"/>
          <a:srcRect l="19228" r="13110"/>
          <a:stretch>
            <a:fillRect/>
          </a:stretch>
        </p:blipFill>
        <p:spPr>
          <a:xfrm>
            <a:off x="7543800" y="609603"/>
            <a:ext cx="4038600" cy="5638800"/>
          </a:xfrm>
          <a:prstGeom prst="rect">
            <a:avLst/>
          </a:prstGeom>
          <a:blipFill rotWithShape="1">
            <a:blip r:embed="rId12"/>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18" name="任意多边形 17"/>
          <p:cNvSpPr/>
          <p:nvPr>
            <p:custDataLst>
              <p:tags r:id="rId13"/>
            </p:custDataLst>
          </p:nvPr>
        </p:nvSpPr>
        <p:spPr>
          <a:xfrm>
            <a:off x="10245057" y="0"/>
            <a:ext cx="1947545" cy="1840865"/>
          </a:xfrm>
          <a:custGeom>
            <a:avLst/>
            <a:gdLst>
              <a:gd name="connisteX0" fmla="*/ 1946949 w 1946949"/>
              <a:gd name="connsiteY0" fmla="*/ 1841446 h 1841446"/>
              <a:gd name="connisteX1" fmla="*/ 1946949 w 1946949"/>
              <a:gd name="connsiteY1" fmla="*/ 0 h 1841446"/>
              <a:gd name="connisteX2" fmla="*/ 0 w 1946949"/>
              <a:gd name="connsiteY2" fmla="*/ 0 h 1841446"/>
              <a:gd name="connisteX3" fmla="*/ 867975 w 1946949"/>
              <a:gd name="connsiteY3" fmla="*/ 589842 h 1841446"/>
              <a:gd name="connisteX4" fmla="*/ 1424772 w 1946949"/>
              <a:gd name="connsiteY4" fmla="*/ 1336102 h 1841446"/>
              <a:gd name="connisteX5" fmla="*/ 1529736 w 1946949"/>
              <a:gd name="connsiteY5" fmla="*/ 1596889 h 1841446"/>
              <a:gd name="connisteX6" fmla="*/ 1946949 w 1946949"/>
              <a:gd name="connsiteY6" fmla="*/ 1841446 h 184144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1946950" h="1841446">
                <a:moveTo>
                  <a:pt x="1946950" y="1841446"/>
                </a:moveTo>
                <a:lnTo>
                  <a:pt x="1946950" y="0"/>
                </a:lnTo>
                <a:lnTo>
                  <a:pt x="0" y="0"/>
                </a:lnTo>
                <a:cubicBezTo>
                  <a:pt x="126279" y="129479"/>
                  <a:pt x="476668" y="428707"/>
                  <a:pt x="867976" y="589843"/>
                </a:cubicBezTo>
                <a:cubicBezTo>
                  <a:pt x="1222041" y="735626"/>
                  <a:pt x="1334887" y="1069866"/>
                  <a:pt x="1424772" y="1336103"/>
                </a:cubicBezTo>
                <a:cubicBezTo>
                  <a:pt x="1459062" y="1437675"/>
                  <a:pt x="1490015" y="1529343"/>
                  <a:pt x="1529736" y="1596890"/>
                </a:cubicBezTo>
                <a:cubicBezTo>
                  <a:pt x="1644841" y="1792526"/>
                  <a:pt x="1855839" y="1841446"/>
                  <a:pt x="1946950" y="1841446"/>
                </a:cubicBezTo>
                <a:close/>
              </a:path>
            </a:pathLst>
          </a:custGeom>
          <a:solidFill>
            <a:schemeClr val="accent2">
              <a:alpha val="2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任意多边形 18"/>
          <p:cNvSpPr/>
          <p:nvPr>
            <p:custDataLst>
              <p:tags r:id="rId14"/>
            </p:custDataLst>
          </p:nvPr>
        </p:nvSpPr>
        <p:spPr>
          <a:xfrm>
            <a:off x="10446472" y="0"/>
            <a:ext cx="1745615" cy="2310765"/>
          </a:xfrm>
          <a:custGeom>
            <a:avLst/>
            <a:gdLst>
              <a:gd name="connisteX0" fmla="*/ 1745525 w 1745534"/>
              <a:gd name="connsiteY0" fmla="*/ 0 h 2311392"/>
              <a:gd name="connisteX1" fmla="*/ 0 w 1745534"/>
              <a:gd name="connsiteY1" fmla="*/ 0 h 2311392"/>
              <a:gd name="connisteX2" fmla="*/ 18726 w 1745534"/>
              <a:gd name="connsiteY2" fmla="*/ 52578 h 2311392"/>
              <a:gd name="connisteX3" fmla="*/ 767273 w 1745534"/>
              <a:gd name="connsiteY3" fmla="*/ 1405067 h 2311392"/>
              <a:gd name="connisteX4" fmla="*/ 1745525 w 1745534"/>
              <a:gd name="connsiteY4" fmla="*/ 2311383 h 2311392"/>
              <a:gd name="connisteX5" fmla="*/ 1745525 w 1745534"/>
              <a:gd name="connsiteY5" fmla="*/ 0 h 231139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1745535" h="2311393">
                <a:moveTo>
                  <a:pt x="1745526" y="0"/>
                </a:moveTo>
                <a:lnTo>
                  <a:pt x="0" y="0"/>
                </a:lnTo>
                <a:cubicBezTo>
                  <a:pt x="5898" y="16477"/>
                  <a:pt x="12134" y="34034"/>
                  <a:pt x="18727" y="52578"/>
                </a:cubicBezTo>
                <a:cubicBezTo>
                  <a:pt x="142573" y="401065"/>
                  <a:pt x="389352" y="1095442"/>
                  <a:pt x="767273" y="1405067"/>
                </a:cubicBezTo>
                <a:cubicBezTo>
                  <a:pt x="1233123" y="1786728"/>
                  <a:pt x="1628830" y="2149928"/>
                  <a:pt x="1745526" y="2311384"/>
                </a:cubicBezTo>
                <a:lnTo>
                  <a:pt x="1745526" y="0"/>
                </a:lnTo>
                <a:close/>
              </a:path>
            </a:pathLst>
          </a:custGeom>
          <a:solidFill>
            <a:schemeClr val="accent3">
              <a:alpha val="2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文本框 23"/>
          <p:cNvSpPr txBox="1"/>
          <p:nvPr/>
        </p:nvSpPr>
        <p:spPr>
          <a:xfrm>
            <a:off x="500380" y="2818130"/>
            <a:ext cx="1992630" cy="368300"/>
          </a:xfrm>
          <a:prstGeom prst="rect">
            <a:avLst/>
          </a:prstGeom>
          <a:noFill/>
        </p:spPr>
        <p:txBody>
          <a:bodyPr wrap="square" rtlCol="0">
            <a:spAutoFit/>
          </a:bodyPr>
          <a:p>
            <a:r>
              <a:rPr lang="en-US" altLang="zh-CN"/>
              <a:t> </a:t>
            </a:r>
            <a:r>
              <a:rPr lang="zh-CN" altLang="en-US" sz="1200"/>
              <a:t>郭瑞桦</a:t>
            </a:r>
            <a:endParaRPr lang="zh-CN" altLang="en-US" sz="1200"/>
          </a:p>
        </p:txBody>
      </p:sp>
      <p:sp>
        <p:nvSpPr>
          <p:cNvPr id="25" name="文本框 24"/>
          <p:cNvSpPr txBox="1"/>
          <p:nvPr/>
        </p:nvSpPr>
        <p:spPr>
          <a:xfrm>
            <a:off x="3891280" y="2910840"/>
            <a:ext cx="1651635" cy="275590"/>
          </a:xfrm>
          <a:prstGeom prst="rect">
            <a:avLst/>
          </a:prstGeom>
          <a:noFill/>
        </p:spPr>
        <p:txBody>
          <a:bodyPr wrap="square" rtlCol="0">
            <a:spAutoFit/>
          </a:bodyPr>
          <a:p>
            <a:r>
              <a:rPr lang="zh-CN" altLang="en-US" sz="1200"/>
              <a:t>陈敏</a:t>
            </a:r>
            <a:endParaRPr lang="zh-CN" altLang="en-US" sz="1200"/>
          </a:p>
        </p:txBody>
      </p:sp>
      <p:sp>
        <p:nvSpPr>
          <p:cNvPr id="26" name="文本框 25"/>
          <p:cNvSpPr txBox="1"/>
          <p:nvPr/>
        </p:nvSpPr>
        <p:spPr>
          <a:xfrm>
            <a:off x="601980" y="4697730"/>
            <a:ext cx="1259205" cy="275590"/>
          </a:xfrm>
          <a:prstGeom prst="rect">
            <a:avLst/>
          </a:prstGeom>
          <a:noFill/>
        </p:spPr>
        <p:txBody>
          <a:bodyPr wrap="square" rtlCol="0">
            <a:spAutoFit/>
          </a:bodyPr>
          <a:p>
            <a:r>
              <a:rPr lang="zh-CN" altLang="en-US" sz="1200"/>
              <a:t>王婷</a:t>
            </a:r>
            <a:endParaRPr lang="zh-CN" altLang="en-US" sz="1200"/>
          </a:p>
        </p:txBody>
      </p:sp>
      <p:sp>
        <p:nvSpPr>
          <p:cNvPr id="4" name="文本框 3"/>
          <p:cNvSpPr txBox="1"/>
          <p:nvPr/>
        </p:nvSpPr>
        <p:spPr>
          <a:xfrm>
            <a:off x="3636010" y="5205730"/>
            <a:ext cx="4064000" cy="645160"/>
          </a:xfrm>
          <a:prstGeom prst="rect">
            <a:avLst/>
          </a:prstGeom>
          <a:noFill/>
        </p:spPr>
        <p:txBody>
          <a:bodyPr wrap="square" rtlCol="0">
            <a:spAutoFit/>
          </a:bodyPr>
          <a:p>
            <a:r>
              <a:rPr lang="en-US" altLang="zh-CN"/>
              <a:t>ui</a:t>
            </a:r>
            <a:r>
              <a:rPr lang="zh-CN" altLang="en-US"/>
              <a:t>界面通过</a:t>
            </a:r>
            <a:r>
              <a:rPr lang="en-US" altLang="zh-CN"/>
              <a:t>qml</a:t>
            </a:r>
            <a:r>
              <a:rPr lang="zh-CN" altLang="en-US"/>
              <a:t>实现，大家一起商讨</a:t>
            </a:r>
            <a:r>
              <a:rPr lang="zh-CN" altLang="en-US"/>
              <a:t>完成</a:t>
            </a:r>
            <a:endParaRPr lang="zh-CN" altLang="en-US"/>
          </a:p>
        </p:txBody>
      </p:sp>
    </p:spTree>
    <p:custDataLst>
      <p:tags r:id="rId15"/>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3"/>
            <p:custDataLst>
              <p:tags r:id="rId1"/>
            </p:custDataLst>
          </p:nvPr>
        </p:nvSpPr>
        <p:spPr/>
        <p:txBody>
          <a:bodyPr/>
          <a:p>
            <a:r>
              <a:rPr lang="zh-CN" altLang="en-US"/>
              <a:t>功能模块开发</a:t>
            </a:r>
            <a:endParaRPr lang="zh-CN" altLang="en-US"/>
          </a:p>
        </p:txBody>
      </p:sp>
      <p:sp>
        <p:nvSpPr>
          <p:cNvPr id="3" name="文本占位符 2"/>
          <p:cNvSpPr>
            <a:spLocks noGrp="1"/>
          </p:cNvSpPr>
          <p:nvPr>
            <p:ph type="body" idx="14"/>
            <p:custDataLst>
              <p:tags r:id="rId2"/>
            </p:custDataLst>
          </p:nvPr>
        </p:nvSpPr>
        <p:spPr/>
        <p:txBody>
          <a:bodyPr/>
          <a:p>
            <a:r>
              <a:rPr lang="zh-CN" altLang="en-US"/>
              <a:t>0</a:t>
            </a:r>
            <a:r>
              <a:rPr lang="en-US" altLang="zh-CN"/>
              <a:t>2</a:t>
            </a:r>
            <a:endParaRPr lang="en-US" altLang="zh-CN"/>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C:/Users/zzy/AppData/Local/Temp/figmazip/slide_5da405909e6ee952\datas\装饰-12003&amp;554462.png"/>
          <p:cNvPicPr>
            <a:picLocks noChangeAspect="1"/>
          </p:cNvPicPr>
          <p:nvPr>
            <p:custDataLst>
              <p:tags r:id="rId1"/>
            </p:custDataLst>
          </p:nvPr>
        </p:nvPicPr>
        <p:blipFill>
          <a:blip r:embed="rId2" r:link="rId3"/>
          <a:stretch>
            <a:fillRect/>
          </a:stretch>
        </p:blipFill>
        <p:spPr>
          <a:xfrm>
            <a:off x="10362565" y="0"/>
            <a:ext cx="1828800" cy="6858000"/>
          </a:xfrm>
          <a:prstGeom prst="rect">
            <a:avLst/>
          </a:prstGeom>
        </p:spPr>
      </p:pic>
      <p:sp>
        <p:nvSpPr>
          <p:cNvPr id="3" name="文本框 2"/>
          <p:cNvSpPr txBox="1"/>
          <p:nvPr>
            <p:custDataLst>
              <p:tags r:id="rId4"/>
            </p:custDataLst>
          </p:nvPr>
        </p:nvSpPr>
        <p:spPr>
          <a:xfrm>
            <a:off x="609603" y="609603"/>
            <a:ext cx="9283702" cy="761997"/>
          </a:xfrm>
          <a:prstGeom prst="rect">
            <a:avLst/>
          </a:prstGeom>
          <a:noFill/>
        </p:spPr>
        <p:txBody>
          <a:bodyPr wrap="square" lIns="0" tIns="0" rIns="0" bIns="0" rtlCol="0" anchor="t">
            <a:noAutofit/>
          </a:bodyPr>
          <a:p>
            <a:pPr algn="l">
              <a:lnSpc>
                <a:spcPct val="114000"/>
              </a:lnSpc>
            </a:pPr>
            <a:r>
              <a:rPr lang="zh-CN" altLang="en-US" sz="4400">
                <a:solidFill>
                  <a:schemeClr val="tx1"/>
                </a:solidFill>
                <a:latin typeface="Microsoft YaHei UI" panose="020B0503020204020204" charset="-122"/>
                <a:ea typeface="Microsoft YaHei UI" panose="020B0503020204020204" charset="-122"/>
              </a:rPr>
              <a:t>添加或者更换音频，</a:t>
            </a:r>
            <a:r>
              <a:rPr lang="zh-CN" altLang="en-US" sz="4400">
                <a:solidFill>
                  <a:schemeClr val="tx1"/>
                </a:solidFill>
                <a:latin typeface="Microsoft YaHei UI" panose="020B0503020204020204" charset="-122"/>
                <a:ea typeface="Microsoft YaHei UI" panose="020B0503020204020204" charset="-122"/>
              </a:rPr>
              <a:t>合并视频</a:t>
            </a:r>
            <a:endParaRPr lang="zh-CN" altLang="en-US" sz="4400">
              <a:solidFill>
                <a:schemeClr val="tx1"/>
              </a:solidFill>
              <a:latin typeface="Microsoft YaHei UI" panose="020B0503020204020204" charset="-122"/>
              <a:ea typeface="Microsoft YaHei UI" panose="020B0503020204020204" charset="-122"/>
            </a:endParaRPr>
          </a:p>
        </p:txBody>
      </p:sp>
      <p:sp>
        <p:nvSpPr>
          <p:cNvPr id="4" name="任意多边形 3"/>
          <p:cNvSpPr/>
          <p:nvPr>
            <p:custDataLst>
              <p:tags r:id="rId5"/>
            </p:custDataLst>
          </p:nvPr>
        </p:nvSpPr>
        <p:spPr>
          <a:xfrm>
            <a:off x="0" y="0"/>
            <a:ext cx="1539875" cy="1456690"/>
          </a:xfrm>
          <a:custGeom>
            <a:avLst/>
            <a:gdLst>
              <a:gd name="connisteX0" fmla="*/ 0 w 1540443"/>
              <a:gd name="connsiteY0" fmla="*/ 0 h 1456968"/>
              <a:gd name="connisteX1" fmla="*/ 0 w 1540443"/>
              <a:gd name="connsiteY1" fmla="*/ 1456968 h 1456968"/>
              <a:gd name="connisteX2" fmla="*/ 330098 w 1540443"/>
              <a:gd name="connsiteY2" fmla="*/ 1263463 h 1456968"/>
              <a:gd name="connisteX3" fmla="*/ 853692 w 1540443"/>
              <a:gd name="connsiteY3" fmla="*/ 466682 h 1456968"/>
              <a:gd name="connisteX4" fmla="*/ 1540443 w 1540443"/>
              <a:gd name="connsiteY4" fmla="*/ 0 h 1456968"/>
              <a:gd name="connisteX5" fmla="*/ 0 w 1540443"/>
              <a:gd name="connsiteY5" fmla="*/ 0 h 145696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1540444" h="1456968">
                <a:moveTo>
                  <a:pt x="0" y="0"/>
                </a:moveTo>
                <a:lnTo>
                  <a:pt x="0" y="1456968"/>
                </a:lnTo>
                <a:cubicBezTo>
                  <a:pt x="72091" y="1456968"/>
                  <a:pt x="239033" y="1418271"/>
                  <a:pt x="330098" y="1263463"/>
                </a:cubicBezTo>
                <a:cubicBezTo>
                  <a:pt x="443923" y="1069958"/>
                  <a:pt x="466682" y="626044"/>
                  <a:pt x="853693" y="466682"/>
                </a:cubicBezTo>
                <a:cubicBezTo>
                  <a:pt x="1163300" y="339197"/>
                  <a:pt x="1440527" y="102440"/>
                  <a:pt x="1540444" y="0"/>
                </a:cubicBezTo>
                <a:lnTo>
                  <a:pt x="0" y="0"/>
                </a:lnTo>
                <a:close/>
              </a:path>
            </a:pathLst>
          </a:custGeom>
          <a:solidFill>
            <a:schemeClr val="accent2">
              <a:alpha val="2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6"/>
            </p:custDataLst>
          </p:nvPr>
        </p:nvSpPr>
        <p:spPr>
          <a:xfrm>
            <a:off x="0" y="0"/>
            <a:ext cx="1380490" cy="1828800"/>
          </a:xfrm>
          <a:custGeom>
            <a:avLst/>
            <a:gdLst>
              <a:gd name="connisteX0" fmla="*/ 0 w 1381082"/>
              <a:gd name="connsiteY0" fmla="*/ 0 h 1828800"/>
              <a:gd name="connisteX1" fmla="*/ 0 w 1381082"/>
              <a:gd name="connsiteY1" fmla="*/ 1828800 h 1828800"/>
              <a:gd name="connisteX2" fmla="*/ 774012 w 1381082"/>
              <a:gd name="connsiteY2" fmla="*/ 1111700 h 1828800"/>
              <a:gd name="connisteX3" fmla="*/ 1381091 w 1381082"/>
              <a:gd name="connsiteY3" fmla="*/ 0 h 1828800"/>
              <a:gd name="connisteX4" fmla="*/ 0 w 1381082"/>
              <a:gd name="connsiteY4" fmla="*/ 0 h 1828800"/>
            </a:gdLst>
            <a:ahLst/>
            <a:cxnLst>
              <a:cxn ang="0">
                <a:pos x="connisteX0" y="connsiteY0"/>
              </a:cxn>
              <a:cxn ang="0">
                <a:pos x="connisteX1" y="connsiteY1"/>
              </a:cxn>
              <a:cxn ang="0">
                <a:pos x="connisteX2" y="connsiteY2"/>
              </a:cxn>
              <a:cxn ang="0">
                <a:pos x="connisteX3" y="connsiteY3"/>
              </a:cxn>
              <a:cxn ang="0">
                <a:pos x="connisteX4" y="connsiteY4"/>
              </a:cxn>
            </a:cxnLst>
            <a:pathLst>
              <a:path w="1381082" h="1828800">
                <a:moveTo>
                  <a:pt x="0" y="0"/>
                </a:moveTo>
                <a:lnTo>
                  <a:pt x="0" y="1828800"/>
                </a:lnTo>
                <a:cubicBezTo>
                  <a:pt x="92327" y="1701067"/>
                  <a:pt x="405418" y="1413672"/>
                  <a:pt x="774012" y="1111700"/>
                </a:cubicBezTo>
                <a:cubicBezTo>
                  <a:pt x="1088932" y="853693"/>
                  <a:pt x="1288755" y="258007"/>
                  <a:pt x="1381091" y="0"/>
                </a:cubicBezTo>
                <a:lnTo>
                  <a:pt x="0" y="0"/>
                </a:lnTo>
                <a:close/>
              </a:path>
            </a:pathLst>
          </a:custGeom>
          <a:solidFill>
            <a:schemeClr val="accent3">
              <a:alpha val="2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nvSpPr>
        <p:spPr>
          <a:xfrm>
            <a:off x="609600" y="2420620"/>
            <a:ext cx="8324850" cy="1189355"/>
          </a:xfrm>
          <a:prstGeom prst="rect">
            <a:avLst/>
          </a:prstGeom>
          <a:noFill/>
        </p:spPr>
        <p:txBody>
          <a:bodyPr wrap="square" rtlCol="0">
            <a:noAutofit/>
          </a:bodyPr>
          <a:p>
            <a:r>
              <a:rPr lang="zh-CN" altLang="en-US"/>
              <a:t>主要设计思路：添加或者更换音频主要是通过</a:t>
            </a:r>
            <a:r>
              <a:rPr lang="en-US" altLang="zh-CN"/>
              <a:t>c++</a:t>
            </a:r>
            <a:r>
              <a:rPr lang="zh-CN" altLang="en-US"/>
              <a:t>调用</a:t>
            </a:r>
            <a:r>
              <a:rPr lang="en-US" altLang="zh-CN"/>
              <a:t>ffmpeg</a:t>
            </a:r>
            <a:r>
              <a:rPr lang="zh-CN" altLang="en-US"/>
              <a:t>命令行实现，</a:t>
            </a:r>
            <a:r>
              <a:rPr lang="zh-CN" altLang="en-US">
                <a:sym typeface="+mn-ea"/>
              </a:rPr>
              <a:t>并在</a:t>
            </a:r>
            <a:r>
              <a:rPr lang="en-US" altLang="zh-CN">
                <a:sym typeface="+mn-ea"/>
              </a:rPr>
              <a:t>ui</a:t>
            </a:r>
            <a:r>
              <a:rPr lang="zh-CN" altLang="en-US">
                <a:sym typeface="+mn-ea"/>
              </a:rPr>
              <a:t>中获取参数</a:t>
            </a:r>
            <a:r>
              <a:rPr lang="zh-CN" altLang="en-US"/>
              <a:t>。合并视频主要是通过临时文件，将剪切后的视频切片的放在临时目录，调用</a:t>
            </a:r>
            <a:r>
              <a:rPr lang="en-US" altLang="zh-CN"/>
              <a:t>ffmpeg</a:t>
            </a:r>
            <a:r>
              <a:rPr lang="zh-CN" altLang="en-US"/>
              <a:t>命令进行合并。该合并视频仅用于对同一个视频的切片进行合并，因为合并其他视频</a:t>
            </a:r>
            <a:r>
              <a:rPr lang="zh-CN" altLang="en-US"/>
              <a:t>涉及视频转码，可能会在后续</a:t>
            </a:r>
            <a:r>
              <a:rPr lang="zh-CN" altLang="en-US"/>
              <a:t>实现。</a:t>
            </a:r>
            <a:endParaRPr lang="zh-CN" altLang="en-US"/>
          </a:p>
        </p:txBody>
      </p:sp>
      <p:sp>
        <p:nvSpPr>
          <p:cNvPr id="20" name="文本框 19"/>
          <p:cNvSpPr txBox="1"/>
          <p:nvPr/>
        </p:nvSpPr>
        <p:spPr>
          <a:xfrm>
            <a:off x="609600" y="1598295"/>
            <a:ext cx="2444750" cy="337185"/>
          </a:xfrm>
          <a:prstGeom prst="rect">
            <a:avLst/>
          </a:prstGeom>
          <a:noFill/>
        </p:spPr>
        <p:txBody>
          <a:bodyPr wrap="square" rtlCol="0">
            <a:spAutoFit/>
          </a:bodyPr>
          <a:p>
            <a:r>
              <a:rPr lang="zh-CN" altLang="en-US" sz="1600"/>
              <a:t>负责人：</a:t>
            </a:r>
            <a:r>
              <a:rPr lang="zh-CN" altLang="en-US" sz="1600"/>
              <a:t>郭瑞桦</a:t>
            </a:r>
            <a:endParaRPr lang="zh-CN" altLang="en-US" sz="1600"/>
          </a:p>
        </p:txBody>
      </p:sp>
      <p:sp>
        <p:nvSpPr>
          <p:cNvPr id="6" name="文本框 5"/>
          <p:cNvSpPr txBox="1"/>
          <p:nvPr/>
        </p:nvSpPr>
        <p:spPr>
          <a:xfrm>
            <a:off x="609600" y="4495165"/>
            <a:ext cx="6792595" cy="1198880"/>
          </a:xfrm>
          <a:prstGeom prst="rect">
            <a:avLst/>
          </a:prstGeom>
          <a:noFill/>
        </p:spPr>
        <p:txBody>
          <a:bodyPr wrap="square" rtlCol="0">
            <a:spAutoFit/>
          </a:bodyPr>
          <a:p>
            <a:r>
              <a:rPr lang="zh-CN" altLang="en-US"/>
              <a:t>遇到的难点和问题：实现合并时导入切片视频路径的问题，刚开始是将切片视频的文件路径放在一个</a:t>
            </a:r>
            <a:r>
              <a:rPr lang="en-US" altLang="zh-CN"/>
              <a:t>txt</a:t>
            </a:r>
            <a:r>
              <a:rPr lang="zh-CN" altLang="en-US"/>
              <a:t>文件中，然后导入，但是发现不可行，多次调试后将切片视频的路径改为文件名后问题</a:t>
            </a:r>
            <a:r>
              <a:rPr lang="zh-CN" altLang="en-US"/>
              <a:t>解决</a:t>
            </a:r>
            <a:endParaRPr lang="zh-CN" altLang="en-US"/>
          </a:p>
        </p:txBody>
      </p:sp>
    </p:spTree>
    <p:custDataLst>
      <p:tags r:id="rId7"/>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2298701" y="557533"/>
            <a:ext cx="9283702" cy="761997"/>
          </a:xfrm>
          <a:prstGeom prst="rect">
            <a:avLst/>
          </a:prstGeom>
          <a:noFill/>
        </p:spPr>
        <p:txBody>
          <a:bodyPr wrap="square" lIns="0" tIns="0" rIns="0" bIns="0" rtlCol="0" anchor="t">
            <a:noAutofit/>
          </a:bodyPr>
          <a:p>
            <a:pPr algn="l">
              <a:lnSpc>
                <a:spcPct val="114000"/>
              </a:lnSpc>
            </a:pPr>
            <a:r>
              <a:rPr lang="zh-CN" altLang="en-US" sz="4400">
                <a:latin typeface="Microsoft YaHei UI" panose="020B0503020204020204" charset="-122"/>
                <a:ea typeface="Microsoft YaHei UI" panose="020B0503020204020204" charset="-122"/>
                <a:sym typeface="+mn-ea"/>
              </a:rPr>
              <a:t>实现多次剪切，添加水印</a:t>
            </a:r>
            <a:r>
              <a:rPr lang="zh-CN" altLang="en-US" sz="4400">
                <a:latin typeface="Microsoft YaHei UI" panose="020B0503020204020204" charset="-122"/>
                <a:ea typeface="Microsoft YaHei UI" panose="020B0503020204020204" charset="-122"/>
                <a:sym typeface="+mn-ea"/>
              </a:rPr>
              <a:t>等</a:t>
            </a:r>
            <a:endParaRPr lang="zh-CN" altLang="en-US" sz="4400">
              <a:latin typeface="Microsoft YaHei UI" panose="020B0503020204020204" charset="-122"/>
              <a:ea typeface="Microsoft YaHei UI" panose="020B0503020204020204" charset="-122"/>
              <a:sym typeface="+mn-ea"/>
            </a:endParaRPr>
          </a:p>
        </p:txBody>
      </p:sp>
      <p:pic>
        <p:nvPicPr>
          <p:cNvPr id="3" name="图片 2" descr="C:/Users/zzy/AppData/Local/Temp/figmazip/slide_f122a35901d29d83\datas\氛围图-12003&amp;190263.png"/>
          <p:cNvPicPr>
            <a:picLocks noChangeAspect="1"/>
          </p:cNvPicPr>
          <p:nvPr>
            <p:custDataLst>
              <p:tags r:id="rId2"/>
            </p:custDataLst>
          </p:nvPr>
        </p:nvPicPr>
        <p:blipFill>
          <a:blip r:embed="rId3" r:link="rId4"/>
          <a:stretch>
            <a:fillRect/>
          </a:stretch>
        </p:blipFill>
        <p:spPr>
          <a:xfrm>
            <a:off x="0" y="0"/>
            <a:ext cx="1828800" cy="6858000"/>
          </a:xfrm>
          <a:prstGeom prst="rect">
            <a:avLst/>
          </a:prstGeom>
        </p:spPr>
      </p:pic>
      <p:pic>
        <p:nvPicPr>
          <p:cNvPr id="4" name="图片 3" descr="C:/Users/zzy/AppData/Local/Temp/figmazip/slide_f122a35901d29d83\datas\装饰-12003&amp;190301.png"/>
          <p:cNvPicPr>
            <a:picLocks noChangeAspect="1"/>
          </p:cNvPicPr>
          <p:nvPr>
            <p:custDataLst>
              <p:tags r:id="rId5"/>
            </p:custDataLst>
          </p:nvPr>
        </p:nvPicPr>
        <p:blipFill>
          <a:blip r:embed="rId6" r:link="rId4"/>
          <a:stretch>
            <a:fillRect/>
          </a:stretch>
        </p:blipFill>
        <p:spPr>
          <a:xfrm>
            <a:off x="609600" y="1828800"/>
            <a:ext cx="1828800" cy="4418965"/>
          </a:xfrm>
          <a:prstGeom prst="rect">
            <a:avLst/>
          </a:prstGeom>
        </p:spPr>
      </p:pic>
      <p:sp>
        <p:nvSpPr>
          <p:cNvPr id="27" name="文本框 26"/>
          <p:cNvSpPr txBox="1"/>
          <p:nvPr/>
        </p:nvSpPr>
        <p:spPr>
          <a:xfrm>
            <a:off x="2562860" y="1568450"/>
            <a:ext cx="4725670" cy="337185"/>
          </a:xfrm>
          <a:prstGeom prst="rect">
            <a:avLst/>
          </a:prstGeom>
          <a:noFill/>
        </p:spPr>
        <p:txBody>
          <a:bodyPr wrap="square" rtlCol="0">
            <a:spAutoFit/>
          </a:bodyPr>
          <a:p>
            <a:r>
              <a:rPr lang="zh-CN" altLang="en-US" sz="1600"/>
              <a:t>负责人：王婷</a:t>
            </a:r>
            <a:endParaRPr lang="zh-CN" altLang="en-US" sz="1600"/>
          </a:p>
        </p:txBody>
      </p:sp>
      <p:sp>
        <p:nvSpPr>
          <p:cNvPr id="28" name="文本框 27"/>
          <p:cNvSpPr txBox="1"/>
          <p:nvPr/>
        </p:nvSpPr>
        <p:spPr>
          <a:xfrm>
            <a:off x="2562860" y="2324735"/>
            <a:ext cx="7651750" cy="277495"/>
          </a:xfrm>
          <a:prstGeom prst="rect">
            <a:avLst/>
          </a:prstGeom>
          <a:noFill/>
        </p:spPr>
        <p:txBody>
          <a:bodyPr wrap="square" rtlCol="0">
            <a:noAutofit/>
          </a:bodyPr>
          <a:p>
            <a:r>
              <a:rPr lang="zh-CN" altLang="en-US"/>
              <a:t>主要设计思路：添加水印主要就是</a:t>
            </a:r>
            <a:r>
              <a:rPr lang="en-US" altLang="zh-CN"/>
              <a:t>c++</a:t>
            </a:r>
            <a:r>
              <a:rPr lang="zh-CN" altLang="en-US"/>
              <a:t>调用</a:t>
            </a:r>
            <a:r>
              <a:rPr lang="en-US" altLang="zh-CN"/>
              <a:t>ffmpeg,</a:t>
            </a:r>
            <a:r>
              <a:rPr lang="zh-CN" altLang="en-US"/>
              <a:t>然后实现</a:t>
            </a:r>
            <a:r>
              <a:rPr lang="en-US" altLang="zh-CN"/>
              <a:t>ui</a:t>
            </a:r>
            <a:r>
              <a:rPr lang="zh-CN" altLang="en-US"/>
              <a:t>和</a:t>
            </a:r>
            <a:r>
              <a:rPr lang="en-US" altLang="zh-CN"/>
              <a:t>c++</a:t>
            </a:r>
            <a:r>
              <a:rPr lang="zh-CN" altLang="en-US"/>
              <a:t>之间的连接。对于实现多次剪切，主要思路是设置一个固定位置的临时目录，当完成一次剪切后，就把剪切后的文件保存到一个临时文件，同时要实现没剪切一次，剪切窗口的视频能够同步</a:t>
            </a:r>
            <a:r>
              <a:rPr lang="zh-CN" altLang="en-US"/>
              <a:t>播放，每次剪切一次，这个临时文件会被</a:t>
            </a:r>
            <a:r>
              <a:rPr lang="zh-CN" altLang="en-US"/>
              <a:t>覆盖，最后用户点击确认剪切完成后就可以选择路径保存文件，并同时自动将临时文件</a:t>
            </a:r>
            <a:r>
              <a:rPr lang="zh-CN" altLang="en-US"/>
              <a:t>删除掉</a:t>
            </a:r>
            <a:endParaRPr lang="zh-CN" altLang="en-US"/>
          </a:p>
        </p:txBody>
      </p:sp>
      <p:sp>
        <p:nvSpPr>
          <p:cNvPr id="30" name="文本框 29"/>
          <p:cNvSpPr txBox="1"/>
          <p:nvPr/>
        </p:nvSpPr>
        <p:spPr>
          <a:xfrm>
            <a:off x="2673985" y="4250055"/>
            <a:ext cx="8340090" cy="645160"/>
          </a:xfrm>
          <a:prstGeom prst="rect">
            <a:avLst/>
          </a:prstGeom>
          <a:noFill/>
        </p:spPr>
        <p:txBody>
          <a:bodyPr wrap="square" rtlCol="0">
            <a:spAutoFit/>
          </a:bodyPr>
          <a:p>
            <a:r>
              <a:rPr lang="zh-CN" altLang="en-US"/>
              <a:t>遇到的难点</a:t>
            </a:r>
            <a:r>
              <a:rPr lang="zh-CN" altLang="en-US"/>
              <a:t>和问题：当剪切一次后，视频在剪辑窗口的同步播放的时间戳不对，有时候正确，有时候错误并出现视频播放错误，后续进行了</a:t>
            </a:r>
            <a:r>
              <a:rPr lang="zh-CN" altLang="en-US"/>
              <a:t>修改</a:t>
            </a:r>
            <a:endParaRPr lang="zh-CN" altLang="en-US"/>
          </a:p>
        </p:txBody>
      </p:sp>
    </p:spTree>
    <p:custDataLst>
      <p:tags r:id="rId7"/>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3"/>
          </p:nvPr>
        </p:nvSpPr>
        <p:spPr>
          <a:xfrm rot="10800000" flipV="1">
            <a:off x="355600" y="1369695"/>
            <a:ext cx="5327015" cy="772160"/>
          </a:xfrm>
        </p:spPr>
        <p:txBody>
          <a:bodyPr/>
          <a:p>
            <a:pPr algn="l"/>
            <a:r>
              <a:rPr lang="zh-CN" altLang="en-US" sz="1600">
                <a:latin typeface="楷体" panose="02010609060101010101" charset="-122"/>
                <a:ea typeface="楷体" panose="02010609060101010101" charset="-122"/>
              </a:rPr>
              <a:t>负责人：陈敏</a:t>
            </a:r>
            <a:endParaRPr lang="zh-CN" altLang="en-US" sz="1600">
              <a:latin typeface="楷体" panose="02010609060101010101" charset="-122"/>
              <a:ea typeface="楷体" panose="02010609060101010101" charset="-122"/>
            </a:endParaRPr>
          </a:p>
        </p:txBody>
      </p:sp>
      <p:sp>
        <p:nvSpPr>
          <p:cNvPr id="3" name="副标题 2"/>
          <p:cNvSpPr>
            <a:spLocks noGrp="1"/>
          </p:cNvSpPr>
          <p:nvPr>
            <p:ph type="subTitle" idx="14"/>
          </p:nvPr>
        </p:nvSpPr>
        <p:spPr>
          <a:xfrm>
            <a:off x="444500" y="226695"/>
            <a:ext cx="9625965" cy="469900"/>
          </a:xfrm>
        </p:spPr>
        <p:txBody>
          <a:bodyPr/>
          <a:p>
            <a:pPr algn="l"/>
            <a:r>
              <a:rPr lang="zh-CN" altLang="en-US" sz="2800">
                <a:solidFill>
                  <a:schemeClr val="tx1"/>
                </a:solidFill>
                <a:latin typeface="方正粗黑宋简体" panose="02000000000000000000" charset="-122"/>
                <a:ea typeface="方正粗黑宋简体" panose="02000000000000000000" charset="-122"/>
              </a:rPr>
              <a:t>第三部分：</a:t>
            </a:r>
            <a:r>
              <a:rPr lang="zh-CN" altLang="en-US" sz="2800">
                <a:solidFill>
                  <a:schemeClr val="tx1"/>
                </a:solidFill>
                <a:sym typeface="+mn-ea"/>
              </a:rPr>
              <a:t>实现画中画和一次剪辑，修改</a:t>
            </a:r>
            <a:r>
              <a:rPr lang="zh-CN" altLang="en-US" sz="2800">
                <a:solidFill>
                  <a:schemeClr val="tx1"/>
                </a:solidFill>
                <a:sym typeface="+mn-ea"/>
              </a:rPr>
              <a:t>完善了多次剪辑的</a:t>
            </a:r>
            <a:r>
              <a:rPr lang="en-US" altLang="zh-CN" sz="2800">
                <a:solidFill>
                  <a:schemeClr val="tx1"/>
                </a:solidFill>
                <a:sym typeface="+mn-ea"/>
              </a:rPr>
              <a:t>bug</a:t>
            </a:r>
            <a:endParaRPr lang="zh-CN" altLang="en-US" sz="2800">
              <a:solidFill>
                <a:schemeClr val="tx1"/>
              </a:solidFill>
              <a:latin typeface="方正粗黑宋简体" panose="02000000000000000000" charset="-122"/>
              <a:ea typeface="方正粗黑宋简体" panose="02000000000000000000" charset="-122"/>
            </a:endParaRPr>
          </a:p>
        </p:txBody>
      </p:sp>
      <p:sp>
        <p:nvSpPr>
          <p:cNvPr id="4" name="文本框 3"/>
          <p:cNvSpPr txBox="1"/>
          <p:nvPr/>
        </p:nvSpPr>
        <p:spPr>
          <a:xfrm>
            <a:off x="355600" y="2058035"/>
            <a:ext cx="9998075" cy="975360"/>
          </a:xfrm>
          <a:prstGeom prst="rect">
            <a:avLst/>
          </a:prstGeom>
          <a:noFill/>
        </p:spPr>
        <p:txBody>
          <a:bodyPr wrap="square" rtlCol="0">
            <a:noAutofit/>
          </a:bodyPr>
          <a:p>
            <a:r>
              <a:rPr lang="zh-CN" altLang="en-US" sz="2000"/>
              <a:t>主要思路：画中画是通过数学方式转换播放器的分辨率，得到它在实际视频中的左上角位置。并且传递参数，背景视频的输入路径，画中画路径，输出路径，画中画的持续时间，然后转换后的</a:t>
            </a:r>
            <a:r>
              <a:rPr lang="en-US" altLang="zh-CN" sz="2000"/>
              <a:t>x,y</a:t>
            </a:r>
            <a:r>
              <a:rPr lang="zh-CN" altLang="en-US" sz="2000"/>
              <a:t>坐标，调用命令行实现。一次剪切</a:t>
            </a:r>
            <a:r>
              <a:rPr lang="zh-CN" altLang="en-US" sz="2000"/>
              <a:t>是用户通过点击视频的时间轴，选取要截取的视频范围，将参数传递给底层实现剪切。此前多次剪切出现了视频同步播放时时间戳不一致以及视频视频播放错误的问题，多次剪切是因为剪切了视频之后临时文件就马上替换了原来的视频临时文件（因为是相同的名字），所以我直接让多次剪切时，用户同意继续剪切视频后生成临时文件</a:t>
            </a:r>
            <a:r>
              <a:rPr lang="en-US" altLang="zh-CN" sz="2000"/>
              <a:t>ccc2.mp4</a:t>
            </a:r>
            <a:r>
              <a:rPr lang="zh-CN" altLang="en-US" sz="2000"/>
              <a:t>，然后再剪切就再生成</a:t>
            </a:r>
            <a:r>
              <a:rPr lang="en-US" altLang="zh-CN" sz="2000"/>
              <a:t>ccc3.mp4</a:t>
            </a:r>
            <a:r>
              <a:rPr lang="zh-CN" altLang="en-US" sz="2000"/>
              <a:t>，之后依次递增，用户最终确定保存多次剪切的时候后就会直接删除临时目录</a:t>
            </a:r>
            <a:r>
              <a:rPr lang="en-US" altLang="zh-CN" sz="2000"/>
              <a:t>wawawawa</a:t>
            </a:r>
            <a:r>
              <a:rPr lang="zh-CN" altLang="en-US" sz="2000"/>
              <a:t>。</a:t>
            </a:r>
            <a:endParaRPr lang="zh-CN" altLang="en-US" sz="2000"/>
          </a:p>
        </p:txBody>
      </p:sp>
      <p:sp>
        <p:nvSpPr>
          <p:cNvPr id="5" name="文本框 4"/>
          <p:cNvSpPr txBox="1"/>
          <p:nvPr/>
        </p:nvSpPr>
        <p:spPr>
          <a:xfrm>
            <a:off x="281940" y="4932680"/>
            <a:ext cx="8354695" cy="695960"/>
          </a:xfrm>
          <a:prstGeom prst="rect">
            <a:avLst/>
          </a:prstGeom>
          <a:noFill/>
        </p:spPr>
        <p:txBody>
          <a:bodyPr wrap="square" rtlCol="0">
            <a:noAutofit/>
          </a:bodyPr>
          <a:p>
            <a:r>
              <a:rPr lang="zh-CN" altLang="en-US" sz="2000"/>
              <a:t>遇到的难点和问题：画中画的位置最后呈现效果跟用户选择的位置不一致。最后基本</a:t>
            </a:r>
            <a:r>
              <a:rPr lang="zh-CN" altLang="en-US" sz="2000"/>
              <a:t>解决</a:t>
            </a:r>
            <a:endParaRPr lang="zh-CN" alt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288415" y="2265680"/>
            <a:ext cx="3814445" cy="645160"/>
          </a:xfrm>
          <a:prstGeom prst="rect">
            <a:avLst/>
          </a:prstGeom>
          <a:noFill/>
        </p:spPr>
        <p:txBody>
          <a:bodyPr wrap="square" rtlCol="0">
            <a:spAutoFit/>
          </a:bodyPr>
          <a:p>
            <a:r>
              <a:rPr lang="zh-CN" altLang="en-US"/>
              <a:t>最后的</a:t>
            </a:r>
            <a:r>
              <a:rPr lang="en-US" altLang="zh-CN"/>
              <a:t>ui</a:t>
            </a:r>
            <a:r>
              <a:rPr lang="zh-CN" altLang="en-US"/>
              <a:t>界面大家一起商讨了一下</a:t>
            </a:r>
            <a:r>
              <a:rPr lang="zh-CN" altLang="en-US"/>
              <a:t>完成</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3"/>
            <p:custDataLst>
              <p:tags r:id="rId1"/>
            </p:custDataLst>
          </p:nvPr>
        </p:nvSpPr>
        <p:spPr/>
        <p:txBody>
          <a:bodyPr/>
          <a:p>
            <a:r>
              <a:rPr lang="zh-CN" altLang="en-US"/>
              <a:t>THE END</a:t>
            </a:r>
            <a:endParaRPr lang="zh-CN" altLang="en-US"/>
          </a:p>
        </p:txBody>
      </p:sp>
      <p:sp>
        <p:nvSpPr>
          <p:cNvPr id="4" name="标题 3"/>
          <p:cNvSpPr>
            <a:spLocks noGrp="1"/>
          </p:cNvSpPr>
          <p:nvPr>
            <p:ph type="ctrTitle" idx="14"/>
            <p:custDataLst>
              <p:tags r:id="rId2"/>
            </p:custDataLst>
          </p:nvPr>
        </p:nvSpPr>
        <p:spPr/>
        <p:txBody>
          <a:bodyPr/>
          <a:p>
            <a:r>
              <a:rPr lang="zh-CN" altLang="en-US" sz="6300"/>
              <a:t>谢谢</a:t>
            </a:r>
            <a:endParaRPr lang="zh-CN" altLang="en-US" sz="6300"/>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wm#"/>
  <p:tag name="KSO_WM_UNIT_INDEX" val="1"/>
  <p:tag name="KSO_WM_UNIT_TYPE" val="i"/>
</p:tagLst>
</file>

<file path=ppt/tags/tag64.xml><?xml version="1.0" encoding="utf-8"?>
<p:tagLst xmlns:p="http://schemas.openxmlformats.org/presentationml/2006/main">
  <p:tag name="KSO_WM_BEAUTIFY_FLAG" val="#wm#"/>
  <p:tag name="KSO_WM_UNIT_INDEX" val="2"/>
  <p:tag name="KSO_WM_UNIT_TYPE" val="i"/>
</p:tagLst>
</file>

<file path=ppt/tags/tag65.xml><?xml version="1.0" encoding="utf-8"?>
<p:tagLst xmlns:p="http://schemas.openxmlformats.org/presentationml/2006/main">
  <p:tag name="KSO_WM_BEAUTIFY_FLAG" val="#wm#"/>
  <p:tag name="KSO_WM_UNIT_INDEX" val="3"/>
  <p:tag name="KSO_WM_UNIT_TYPE" val="i"/>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9.xml><?xml version="1.0" encoding="utf-8"?>
<p:tagLst xmlns:p="http://schemas.openxmlformats.org/presentationml/2006/main">
  <p:tag name="KSO_WM_BEAUTIFY_FLAG" val="#wm#"/>
  <p:tag name="KSO_WM_UNIT_INDEX" val="1"/>
  <p:tag name="KSO_WM_UNIT_SUBTYPE" val="c"/>
  <p:tag name="KSO_WM_UNIT_TYPE" val="f"/>
</p:tagLst>
</file>

<file path=ppt/tags/tag70.xml><?xml version="1.0" encoding="utf-8"?>
<p:tagLst xmlns:p="http://schemas.openxmlformats.org/presentationml/2006/main">
  <p:tag name="KSO_WM_BEAUTIFY_FLAG" val="#wm#"/>
  <p:tag name="KSO_WM_UNIT_INDEX" val="1"/>
  <p:tag name="KSO_WM_UNIT_TYPE" val="a"/>
</p:tagLst>
</file>

<file path=ppt/tags/tag71.xml><?xml version="1.0" encoding="utf-8"?>
<p:tagLst xmlns:p="http://schemas.openxmlformats.org/presentationml/2006/main">
  <p:tag name="KSO_WM_BEAUTIFY_FLAG" val="#wm#"/>
  <p:tag name="KSO_WM_UNIT_INDEX" val="2"/>
  <p:tag name="KSO_WM_UNIT_SUBTYPE" val="b"/>
  <p:tag name="KSO_WM_UNIT_TYPE" val="f"/>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UNIT_INDEX" val="1"/>
  <p:tag name="KSO_WM_UNIT_TYPE" val="i"/>
</p:tagLst>
</file>

<file path=ppt/tags/tag78.xml><?xml version="1.0" encoding="utf-8"?>
<p:tagLst xmlns:p="http://schemas.openxmlformats.org/presentationml/2006/main">
  <p:tag name="KSO_WM_BEAUTIFY_FLAG" val="#wm#"/>
  <p:tag name="KSO_WM_UNIT_INDEX" val="2"/>
  <p:tag name="KSO_WM_UNIT_TYPE" val="i"/>
</p:tagLst>
</file>

<file path=ppt/tags/tag79.xml><?xml version="1.0" encoding="utf-8"?>
<p:tagLst xmlns:p="http://schemas.openxmlformats.org/presentationml/2006/main">
  <p:tag name="KSO_WM_BEAUTIFY_FLAG" val="#wm#"/>
  <p:tag name="KSO_WM_UNIT_INDEX" val="3"/>
  <p:tag name="KSO_WM_UNIT_TYPE" val="i"/>
</p:tagLst>
</file>

<file path=ppt/tags/tag80.xml><?xml version="1.0" encoding="utf-8"?>
<p:tagLst xmlns:p="http://schemas.openxmlformats.org/presentationml/2006/main">
  <p:tag name="KSO_WM_BEAUTIFY_FLAG" val="#wm#"/>
  <p:tag name="KSO_WM_UNIT_INDEX" val="4"/>
  <p:tag name="KSO_WM_UNIT_TYPE" val="i"/>
</p:tagLst>
</file>

<file path=ppt/tags/tag81.xml><?xml version="1.0" encoding="utf-8"?>
<p:tagLst xmlns:p="http://schemas.openxmlformats.org/presentationml/2006/main">
  <p:tag name="KSO_WM_BEAUTIFY_FLAG" val="#wm#"/>
  <p:tag name="KSO_WM_UNIT_INDEX" val="5"/>
  <p:tag name="KSO_WM_UNIT_TYPE" val="i"/>
</p:tagLst>
</file>

<file path=ppt/tags/tag82.xml><?xml version="1.0" encoding="utf-8"?>
<p:tagLst xmlns:p="http://schemas.openxmlformats.org/presentationml/2006/main">
  <p:tag name="KSO_WM_BEAUTIFY_FLAG" val="#wm#"/>
  <p:tag name="KSO_WM_UNIT_INDEX" val="6"/>
  <p:tag name="KSO_WM_UNIT_TYPE" val="i"/>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UNIT_INDEX" val="1"/>
  <p:tag name="KSO_WM_UNIT_TYPE" val="a"/>
</p:tagLst>
</file>

<file path=ppt/tags/tag87.xml><?xml version="1.0" encoding="utf-8"?>
<p:tagLst xmlns:p="http://schemas.openxmlformats.org/presentationml/2006/main">
  <p:tag name="KSO_WM_BEAUTIFY_FLAG" val="#wm#"/>
  <p:tag name="KSO_WM_UNIT_INDEX" val="1"/>
  <p:tag name="KSO_WM_UNIT_TYPE" val="e"/>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4.xml><?xml version="1.0" encoding="utf-8"?>
<p:tagLst xmlns:p="http://schemas.openxmlformats.org/presentationml/2006/main">
  <p:tag name="KSO_WM_BEAUTIFY_FLAG" val="#wm#"/>
  <p:tag name="KSO_WM_UNIT_INDEX" val="1"/>
  <p:tag name="KSO_WM_UNIT_TYPE" val="i"/>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8.xml><?xml version="1.0" encoding="utf-8"?>
<p:tagLst xmlns:p="http://schemas.openxmlformats.org/presentationml/2006/main">
  <p:tag name="KSO_WM_BEAUTIFY_FLAG" val="#wm#"/>
  <p:tag name="KSO_WM_UNIT_INDEX" val="1"/>
  <p:tag name="KSO_WM_UNIT_TYPE" val="b"/>
</p:tagLst>
</file>

<file path=ppt/tags/tag129.xml><?xml version="1.0" encoding="utf-8"?>
<p:tagLst xmlns:p="http://schemas.openxmlformats.org/presentationml/2006/main">
  <p:tag name="KSO_WM_BEAUTIFY_FLAG" val="#wm#"/>
  <p:tag name="KSO_WM_UNIT_INDEX" val="1"/>
  <p:tag name="KSO_WM_UNIT_TYPE" val="a"/>
</p:tagLst>
</file>

<file path=ppt/tags/tag130.xml><?xml version="1.0" encoding="utf-8"?>
<p:tagLst xmlns:p="http://schemas.openxmlformats.org/presentationml/2006/main">
  <p:tag name="KSO_WM_BEAUTIFY_FLAG" val="#wm#"/>
  <p:tag name="KSO_WM_UNIT_INDEX" val="1"/>
  <p:tag name="KSO_WM_UNIT_TYPE" val="i"/>
</p:tagLst>
</file>

<file path=ppt/tags/tag131.xml><?xml version="1.0" encoding="utf-8"?>
<p:tagLst xmlns:p="http://schemas.openxmlformats.org/presentationml/2006/main">
  <p:tag name="KSO_WM_BEAUTIFY_FLAG" val="#wm#"/>
  <p:tag name="KSO_WM_UNIT_INDEX" val="1"/>
  <p:tag name="KSO_WM_UNIT_TYPE" val="a"/>
</p:tagLst>
</file>

<file path=ppt/tags/tag132.xml><?xml version="1.0" encoding="utf-8"?>
<p:tagLst xmlns:p="http://schemas.openxmlformats.org/presentationml/2006/main">
  <p:tag name="KSO_WM_BEAUTIFY_FLAG" val="#wm#"/>
  <p:tag name="KSO_WM_UNIT_INDEX" val="1"/>
  <p:tag name="KSO_WM_UNIT_TYPE" val="b"/>
</p:tagLst>
</file>

<file path=ppt/tags/tag133.xml><?xml version="1.0" encoding="utf-8"?>
<p:tagLst xmlns:p="http://schemas.openxmlformats.org/presentationml/2006/main">
  <p:tag name="KSO_WM_BEAUTIFY_FLAG" val="#wm#"/>
  <p:tag name="KSO_WM_UNIT_INDEX" val="2"/>
  <p:tag name="KSO_WM_UNIT_TYPE" val="i"/>
</p:tagLst>
</file>

<file path=ppt/tags/tag134.xml><?xml version="1.0" encoding="utf-8"?>
<p:tagLst xmlns:p="http://schemas.openxmlformats.org/presentationml/2006/main">
  <p:tag name="KSO_WM_BEAUTIFY_FLAG" val="#wm#"/>
  <p:tag name="KSO_WM_UNIT_INDEX" val="3"/>
  <p:tag name="KSO_WM_UNIT_TYPE" val="i"/>
</p:tagLst>
</file>

<file path=ppt/tags/tag135.xml><?xml version="1.0" encoding="utf-8"?>
<p:tagLst xmlns:p="http://schemas.openxmlformats.org/presentationml/2006/main">
  <p:tag name="KSO_WM_BEAUTIFY_FLAG" val="#wm#"/>
  <p:tag name="KSO_WM_UNIT_INDEX" val="4"/>
  <p:tag name="KSO_WM_UNIT_TYPE" val="i"/>
</p:tagLst>
</file>

<file path=ppt/tags/tag136.xml><?xml version="1.0" encoding="utf-8"?>
<p:tagLst xmlns:p="http://schemas.openxmlformats.org/presentationml/2006/main">
  <p:tag name="KSO_WM_BEAUTIFY_FLAG" val="#wm#"/>
  <p:tag name="KSO_WM_UNIT_INDEX" val="5"/>
  <p:tag name="KSO_WM_UNIT_TYPE" val="i"/>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 name="KSO_WM_TEMPLATE_STYLE_ID" val="f3ff5f3024253da2"/>
</p:tagLst>
</file>

<file path=ppt/tags/tag143.xml><?xml version="1.0" encoding="utf-8"?>
<p:tagLst xmlns:p="http://schemas.openxmlformats.org/presentationml/2006/main">
  <p:tag name="KSO_WM_BEAUTIFY_FLAG" val="#wm#"/>
  <p:tag name="KSO_WM_UNIT_INDEX" val="1"/>
  <p:tag name="KSO_WM_UNIT_SUBTYPE" val="c"/>
  <p:tag name="KSO_WM_UNIT_TYPE" val="f"/>
</p:tagLst>
</file>

<file path=ppt/tags/tag144.xml><?xml version="1.0" encoding="utf-8"?>
<p:tagLst xmlns:p="http://schemas.openxmlformats.org/presentationml/2006/main">
  <p:tag name="KSO_WM_BEAUTIFY_FLAG" val="#wm#"/>
  <p:tag name="KSO_WM_UNIT_INDEX" val="1"/>
  <p:tag name="KSO_WM_UNIT_TYPE" val="a"/>
</p:tagLst>
</file>

<file path=ppt/tags/tag145.xml><?xml version="1.0" encoding="utf-8"?>
<p:tagLst xmlns:p="http://schemas.openxmlformats.org/presentationml/2006/main">
  <p:tag name="KSO_WM_BEAUTIFY_FLAG" val="#wm#"/>
  <p:tag name="KSO_WM_UNIT_INDEX" val="2"/>
  <p:tag name="KSO_WM_UNIT_SUBTYPE" val="b"/>
  <p:tag name="KSO_WM_UNIT_TYPE" val="f"/>
</p:tagLst>
</file>

<file path=ppt/tags/tag146.xml><?xml version="1.0" encoding="utf-8"?>
<p:tagLst xmlns:p="http://schemas.openxmlformats.org/presentationml/2006/main">
  <p:tag name="KSO_WM_FIGMA_LIMIT" val=""/>
  <p:tag name="KSO_WM_FIGMA_SLIDE_GROUP" val="1"/>
  <p:tag name="KSO_WM_SLIDE_TYPE" val="title"/>
</p:tagLst>
</file>

<file path=ppt/tags/tag147.xml><?xml version="1.0" encoding="utf-8"?>
<p:tagLst xmlns:p="http://schemas.openxmlformats.org/presentationml/2006/main">
  <p:tag name="KSO_WM_BEAUTIFY_FLAG" val="#wm#"/>
  <p:tag name="KSO_WM_UNIT_INDEX" val="1"/>
  <p:tag name="KSO_WM_UNIT_TYPE" val="a"/>
</p:tagLst>
</file>

<file path=ppt/tags/tag148.xml><?xml version="1.0" encoding="utf-8"?>
<p:tagLst xmlns:p="http://schemas.openxmlformats.org/presentationml/2006/main">
  <p:tag name="KSO_WM_BEAUTIFY_FLAG" val="#wm#"/>
  <p:tag name="KSO_WM_UNIT_INDEX" val="1"/>
  <p:tag name="KSO_WM_UNIT_TYPE" val="b"/>
</p:tagLst>
</file>

<file path=ppt/tags/tag149.xml><?xml version="1.0" encoding="utf-8"?>
<p:tagLst xmlns:p="http://schemas.openxmlformats.org/presentationml/2006/main">
  <p:tag name="KSO_WM_BEAUTIFY_FLAG" val="#fgm#"/>
  <p:tag name="KSO_WM_DIAGRAM_GROUP_CODE" val="1"/>
  <p:tag name="KSO_WM_UNIT_INDEX" val="1_1_1"/>
  <p:tag name="KSO_WM_UNIT_SUBTYPE" val="d"/>
  <p:tag name="KSO_WM_UNIT_TYPE" val="l_h_i"/>
  <p:tag name="KSO_WM_UNIT_PRESET_TEXT" val="01"/>
</p:tagLst>
</file>

<file path=ppt/tags/tag150.xml><?xml version="1.0" encoding="utf-8"?>
<p:tagLst xmlns:p="http://schemas.openxmlformats.org/presentationml/2006/main">
  <p:tag name="KSO_WM_BEAUTIFY_FLAG" val="#fgm#"/>
  <p:tag name="KSO_WM_DIAGRAM_GROUP_CODE" val="1"/>
  <p:tag name="KSO_WM_UNIT_INDEX" val="1_1_2"/>
  <p:tag name="KSO_WM_UNIT_TYPE" val="l_h_i"/>
</p:tagLst>
</file>

<file path=ppt/tags/tag151.xml><?xml version="1.0" encoding="utf-8"?>
<p:tagLst xmlns:p="http://schemas.openxmlformats.org/presentationml/2006/main">
  <p:tag name="KSO_WM_BEAUTIFY_FLAG" val="#fgm#"/>
  <p:tag name="KSO_WM_DIAGRAM_GROUP_CODE" val="1"/>
  <p:tag name="KSO_WM_UNIT_INDEX" val="1_1_1"/>
  <p:tag name="KSO_WM_UNIT_PRESET_TEXT" val="单击此处添加项标题"/>
  <p:tag name="KSO_WM_UNIT_TEXT_TYPE" val="1"/>
  <p:tag name="KSO_WM_UNIT_TYPE" val="l_h_a"/>
</p:tagLst>
</file>

<file path=ppt/tags/tag152.xml><?xml version="1.0" encoding="utf-8"?>
<p:tagLst xmlns:p="http://schemas.openxmlformats.org/presentationml/2006/main">
  <p:tag name="KSO_WM_BEAUTIFY_FLAG" val="#fgm#"/>
  <p:tag name="KSO_WM_DIAGRAM_GROUP_CODE" val="1"/>
  <p:tag name="KSO_WM_UNIT_INDEX" val="1_2_1"/>
  <p:tag name="KSO_WM_UNIT_SUBTYPE" val="d"/>
  <p:tag name="KSO_WM_UNIT_TYPE" val="l_h_i"/>
  <p:tag name="KSO_WM_UNIT_PRESET_TEXT" val="02"/>
</p:tagLst>
</file>

<file path=ppt/tags/tag153.xml><?xml version="1.0" encoding="utf-8"?>
<p:tagLst xmlns:p="http://schemas.openxmlformats.org/presentationml/2006/main">
  <p:tag name="KSO_WM_BEAUTIFY_FLAG" val="#fgm#"/>
  <p:tag name="KSO_WM_DIAGRAM_GROUP_CODE" val="1"/>
  <p:tag name="KSO_WM_UNIT_INDEX" val="1_2_2"/>
  <p:tag name="KSO_WM_UNIT_TYPE" val="l_h_i"/>
</p:tagLst>
</file>

<file path=ppt/tags/tag154.xml><?xml version="1.0" encoding="utf-8"?>
<p:tagLst xmlns:p="http://schemas.openxmlformats.org/presentationml/2006/main">
  <p:tag name="KSO_WM_BEAUTIFY_FLAG" val="#fgm#"/>
  <p:tag name="KSO_WM_DIAGRAM_GROUP_CODE" val="1"/>
  <p:tag name="KSO_WM_UNIT_INDEX" val="1_2_1"/>
  <p:tag name="KSO_WM_UNIT_PRESET_TEXT" val="单击此处添加项标题"/>
  <p:tag name="KSO_WM_UNIT_TEXT_TYPE" val="1"/>
  <p:tag name="KSO_WM_UNIT_TYPE" val="l_h_a"/>
</p:tagLst>
</file>

<file path=ppt/tags/tag155.xml><?xml version="1.0" encoding="utf-8"?>
<p:tagLst xmlns:p="http://schemas.openxmlformats.org/presentationml/2006/main">
  <p:tag name="KSO_WM_BEAUTIFY_FLAG" val="#fgm#"/>
  <p:tag name="KSO_WM_DIAGRAM_GROUP_CODE" val="1"/>
  <p:tag name="KSO_WM_UNIT_INDEX" val="1_3_1"/>
  <p:tag name="KSO_WM_UNIT_SUBTYPE" val="d"/>
  <p:tag name="KSO_WM_UNIT_TYPE" val="l_h_i"/>
  <p:tag name="KSO_WM_UNIT_PRESET_TEXT" val="03"/>
</p:tagLst>
</file>

<file path=ppt/tags/tag156.xml><?xml version="1.0" encoding="utf-8"?>
<p:tagLst xmlns:p="http://schemas.openxmlformats.org/presentationml/2006/main">
  <p:tag name="KSO_WM_BEAUTIFY_FLAG" val="#fgm#"/>
  <p:tag name="KSO_WM_DIAGRAM_GROUP_CODE" val="1"/>
  <p:tag name="KSO_WM_UNIT_INDEX" val="1_3_2"/>
  <p:tag name="KSO_WM_UNIT_TYPE" val="l_h_i"/>
</p:tagLst>
</file>

<file path=ppt/tags/tag157.xml><?xml version="1.0" encoding="utf-8"?>
<p:tagLst xmlns:p="http://schemas.openxmlformats.org/presentationml/2006/main">
  <p:tag name="KSO_WM_BEAUTIFY_FLAG" val="#fgm#"/>
  <p:tag name="KSO_WM_DIAGRAM_GROUP_CODE" val="1"/>
  <p:tag name="KSO_WM_UNIT_INDEX" val="1_3_1"/>
  <p:tag name="KSO_WM_UNIT_PRESET_TEXT" val="单击此处添加项标题"/>
  <p:tag name="KSO_WM_UNIT_TEXT_TYPE" val="1"/>
  <p:tag name="KSO_WM_UNIT_TYPE" val="l_h_a"/>
</p:tagLst>
</file>

<file path=ppt/tags/tag158.xml><?xml version="1.0" encoding="utf-8"?>
<p:tagLst xmlns:p="http://schemas.openxmlformats.org/presentationml/2006/main">
  <p:tag name="KSO_WM_BEAUTIFY_FLAG" val="#fgm#"/>
  <p:tag name="KSO_WM_DIAGRAM_GROUP_CODE" val="1"/>
  <p:tag name="KSO_WM_UNIT_INDEX" val="1_5_1"/>
  <p:tag name="KSO_WM_UNIT_PRESET_TEXT" val="单击此处添加项标题"/>
  <p:tag name="KSO_WM_UNIT_TEXT_TYPE" val="1"/>
  <p:tag name="KSO_WM_UNIT_TYPE" val="l_h_a"/>
</p:tagLst>
</file>

<file path=ppt/tags/tag159.xml><?xml version="1.0" encoding="utf-8"?>
<p:tagLst xmlns:p="http://schemas.openxmlformats.org/presentationml/2006/main">
  <p:tag name="KSO_WM_BEAUTIFY_FLAG" val="#fgm#"/>
  <p:tag name="KSO_WM_DIAGRAM_GROUP_CODE" val="1"/>
  <p:tag name="KSO_WM_UNIT_INDEX" val="1_6_1"/>
  <p:tag name="KSO_WM_UNIT_PRESET_TEXT" val="单击此处添加项标题"/>
  <p:tag name="KSO_WM_UNIT_TEXT_TYPE" val="1"/>
  <p:tag name="KSO_WM_UNIT_TYPE" val="l_h_a"/>
</p:tagLst>
</file>

<file path=ppt/tags/tag160.xml><?xml version="1.0" encoding="utf-8"?>
<p:tagLst xmlns:p="http://schemas.openxmlformats.org/presentationml/2006/main">
  <p:tag name="KSO_WM_FIGMA_LIMIT" val=""/>
  <p:tag name="KSO_WM_FIGMA_SLIDE_GROUP" val="2"/>
  <p:tag name="KSO_WM_SLIDE_TYPE" val="contents"/>
</p:tagLst>
</file>

<file path=ppt/tags/tag161.xml><?xml version="1.0" encoding="utf-8"?>
<p:tagLst xmlns:p="http://schemas.openxmlformats.org/presentationml/2006/main">
  <p:tag name="KSO_WM_BEAUTIFY_FLAG" val="#wm#"/>
  <p:tag name="KSO_WM_UNIT_INDEX" val="1"/>
  <p:tag name="KSO_WM_UNIT_TYPE" val="a"/>
</p:tagLst>
</file>

<file path=ppt/tags/tag162.xml><?xml version="1.0" encoding="utf-8"?>
<p:tagLst xmlns:p="http://schemas.openxmlformats.org/presentationml/2006/main">
  <p:tag name="KSO_WM_BEAUTIFY_FLAG" val="#wm#"/>
  <p:tag name="KSO_WM_UNIT_INDEX" val="1"/>
  <p:tag name="KSO_WM_UNIT_TYPE" val="e"/>
</p:tagLst>
</file>

<file path=ppt/tags/tag163.xml><?xml version="1.0" encoding="utf-8"?>
<p:tagLst xmlns:p="http://schemas.openxmlformats.org/presentationml/2006/main">
  <p:tag name="KSO_WM_FIGMA_LIMIT" val=""/>
  <p:tag name="KSO_WM_FIGMA_SLIDE_GROUP" val="1"/>
  <p:tag name="KSO_WM_SLIDE_TYPE" val="sectionTitle"/>
</p:tagLst>
</file>

<file path=ppt/tags/tag164.xml><?xml version="1.0" encoding="utf-8"?>
<p:tagLst xmlns:p="http://schemas.openxmlformats.org/presentationml/2006/main">
  <p:tag name="KSO_WM_BEAUTIFY_FLAG" val="#wm#"/>
  <p:tag name="KSO_WM_UNIT_INDEX" val="1"/>
  <p:tag name="KSO_WM_UNIT_TYPE" val="d"/>
  <p:tag name="MH_PIC_SOURCE_TYPE" val="generate_slide_ai*{&quot;ai_type&quot;:&quot;generate_ppt&quot;,&quot;id&quot;:&quot;VCG41N1371096839&quot;}*auto_galley_ai_*1736825681406_131.201_291129384056-slide-4"/>
</p:tagLst>
</file>

<file path=ppt/tags/tag165.xml><?xml version="1.0" encoding="utf-8"?>
<p:tagLst xmlns:p="http://schemas.openxmlformats.org/presentationml/2006/main">
  <p:tag name="KSO_WM_BEAUTIFY_FLAG" val="#wm#"/>
  <p:tag name="KSO_WM_UNIT_INDEX" val="1"/>
  <p:tag name="KSO_WM_UNIT_TYPE" val="i"/>
</p:tagLst>
</file>

<file path=ppt/tags/tag166.xml><?xml version="1.0" encoding="utf-8"?>
<p:tagLst xmlns:p="http://schemas.openxmlformats.org/presentationml/2006/main">
  <p:tag name="KSO_WM_BEAUTIFY_FLAG" val="#wm#"/>
  <p:tag name="KSO_WM_UNIT_INDEX" val="2"/>
  <p:tag name="KSO_WM_UNIT_TYPE" val="i"/>
</p:tagLst>
</file>

<file path=ppt/tags/tag167.xml><?xml version="1.0" encoding="utf-8"?>
<p:tagLst xmlns:p="http://schemas.openxmlformats.org/presentationml/2006/main">
  <p:tag name="KSO_WM_BEAUTIFY_FLAG" val="#wm#"/>
  <p:tag name="KSO_WM_UNIT_INDEX" val="1"/>
  <p:tag name="KSO_WM_UNIT_PRESET_TEXT" val="单击此处添加标题内容"/>
  <p:tag name="KSO_WM_UNIT_TEXT_TYPE" val="1"/>
  <p:tag name="KSO_WM_UNIT_TYPE" val="a"/>
</p:tagLst>
</file>

<file path=ppt/tags/tag168.xml><?xml version="1.0" encoding="utf-8"?>
<p:tagLst xmlns:p="http://schemas.openxmlformats.org/presentationml/2006/main">
  <p:tag name="KSO_WM_BEAUTIFY_FLAG" val="#fgm#"/>
  <p:tag name="KSO_WM_DIAGRAM_GROUP_CODE" val="1"/>
  <p:tag name="KSO_WM_UNIT_INDEX" val="1_1_1"/>
  <p:tag name="KSO_WM_UNIT_TYPE" val="l_h_i"/>
</p:tagLst>
</file>

<file path=ppt/tags/tag169.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170.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171.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172.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173.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174.xml><?xml version="1.0" encoding="utf-8"?>
<p:tagLst xmlns:p="http://schemas.openxmlformats.org/presentationml/2006/main">
  <p:tag name="KSO_WM_BEAUTIFY_FLAG" val="#fgm#"/>
  <p:tag name="KSO_WM_DIAGRAM_GROUP_CODE" val="1"/>
  <p:tag name="KSO_WM_UNIT_INDEX" val="1_4_1"/>
  <p:tag name="KSO_WM_UNIT_PRESET_TEXT" val="添加项标题"/>
  <p:tag name="KSO_WM_UNIT_TEXT_TYPE" val="1"/>
  <p:tag name="KSO_WM_UNIT_TYPE" val="l_h_a"/>
</p:tagLst>
</file>

<file path=ppt/tags/tag175.xml><?xml version="1.0" encoding="utf-8"?>
<p:tagLst xmlns:p="http://schemas.openxmlformats.org/presentationml/2006/main">
  <p:tag name="KSO_WM_BEAUTIFY_FLAG" val="#fgm#"/>
  <p:tag name="KSO_WM_DIAGRAM_GROUP_CODE" val="1"/>
  <p:tag name="KSO_WM_UNIT_INDEX" val="1_4_1"/>
  <p:tag name="KSO_WM_UNIT_PRESET_TEXT" val="单击此处输入项正文，文字是您思想的提炼，请尽量言简意赅的阐述观点。"/>
  <p:tag name="KSO_WM_UNIT_TEXT_TYPE" val="1"/>
  <p:tag name="KSO_WM_UNIT_TYPE" val="l_h_f"/>
</p:tagLst>
</file>

<file path=ppt/tags/tag176.xml><?xml version="1.0" encoding="utf-8"?>
<p:tagLst xmlns:p="http://schemas.openxmlformats.org/presentationml/2006/main">
  <p:tag name="KSO_WM_FIGMA_LIMIT" val=""/>
  <p:tag name="KSO_WM_FIGMA_SLIDE_GROUP" val="30"/>
  <p:tag name="KSO_WM_SLIDE_TYPE" val="text"/>
</p:tagLst>
</file>

<file path=ppt/tags/tag177.xml><?xml version="1.0" encoding="utf-8"?>
<p:tagLst xmlns:p="http://schemas.openxmlformats.org/presentationml/2006/main">
  <p:tag name="KSO_WM_BEAUTIFY_FLAG" val="#wm#"/>
  <p:tag name="KSO_WM_UNIT_INDEX" val="1"/>
  <p:tag name="KSO_WM_UNIT_PRESET_TEXT" val="单击此处添加标题内容"/>
  <p:tag name="KSO_WM_UNIT_TEXT_TYPE" val="1"/>
  <p:tag name="KSO_WM_UNIT_TYPE" val="a"/>
</p:tagLst>
</file>

<file path=ppt/tags/tag178.xml><?xml version="1.0" encoding="utf-8"?>
<p:tagLst xmlns:p="http://schemas.openxmlformats.org/presentationml/2006/main">
  <p:tag name="KSO_WM_BEAUTIFY_FLAG" val="#fgm#"/>
  <p:tag name="KSO_WM_DIAGRAM_GROUP_CODE" val="1"/>
  <p:tag name="KSO_WM_UNIT_INDEX" val="1_1_1"/>
  <p:tag name="KSO_WM_UNIT_TYPE" val="l_h_i"/>
</p:tagLst>
</file>

<file path=ppt/tags/tag179.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180.xml><?xml version="1.0" encoding="utf-8"?>
<p:tagLst xmlns:p="http://schemas.openxmlformats.org/presentationml/2006/main">
  <p:tag name="KSO_WM_BEAUTIFY_FLAG" val="#fgm#"/>
  <p:tag name="KSO_WM_DIAGRAM_GROUP_CODE" val="1"/>
  <p:tag name="KSO_WM_UNIT_INDEX" val="1_3_1"/>
  <p:tag name="KSO_WM_UNIT_TYPE" val="l_h_i"/>
</p:tagLst>
</file>

<file path=ppt/tags/tag181.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182.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183.xml><?xml version="1.0" encoding="utf-8"?>
<p:tagLst xmlns:p="http://schemas.openxmlformats.org/presentationml/2006/main">
  <p:tag name="KSO_WM_BEAUTIFY_FLAG" val="#fgm#"/>
  <p:tag name="KSO_WM_DIAGRAM_GROUP_CODE" val="1"/>
  <p:tag name="KSO_WM_UNIT_INDEX" val="1_2_1"/>
  <p:tag name="KSO_WM_UNIT_TYPE" val="l_h_i"/>
</p:tagLst>
</file>

<file path=ppt/tags/tag184.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185.xml><?xml version="1.0" encoding="utf-8"?>
<p:tagLst xmlns:p="http://schemas.openxmlformats.org/presentationml/2006/main">
  <p:tag name="KSO_WM_BEAUTIFY_FLAG" val="#fgm#"/>
  <p:tag name="KSO_WM_DIAGRAM_GROUP_CODE" val="1"/>
  <p:tag name="KSO_WM_UNIT_INDEX" val="1_4_1"/>
  <p:tag name="KSO_WM_UNIT_PRESET_TEXT" val="单击此处输入项正文，文字是您思想的提炼，请尽量言简意赅的阐述观点。"/>
  <p:tag name="KSO_WM_UNIT_TEXT_TYPE" val="1"/>
  <p:tag name="KSO_WM_UNIT_TYPE" val="l_h_f"/>
</p:tagLst>
</file>

<file path=ppt/tags/tag186.xml><?xml version="1.0" encoding="utf-8"?>
<p:tagLst xmlns:p="http://schemas.openxmlformats.org/presentationml/2006/main">
  <p:tag name="KSO_WM_BEAUTIFY_FLAG" val="#wm#"/>
  <p:tag name="KSO_WM_UNIT_INDEX" val="1"/>
  <p:tag name="KSO_WM_UNIT_TYPE" val="d"/>
  <p:tag name="MH_PIC_SOURCE_TYPE" val="generate_slide_ai*{&quot;ai_type&quot;:&quot;generate_ppt&quot;,&quot;id&quot;:&quot;VCG211241949308&quot;}*auto_galley_ai_*1736825681406_131.201_291129384056-slide-5"/>
</p:tagLst>
</file>

<file path=ppt/tags/tag187.xml><?xml version="1.0" encoding="utf-8"?>
<p:tagLst xmlns:p="http://schemas.openxmlformats.org/presentationml/2006/main">
  <p:tag name="KSO_WM_BEAUTIFY_FLAG" val="#wm#"/>
  <p:tag name="KSO_WM_UNIT_INDEX" val="1"/>
  <p:tag name="KSO_WM_UNIT_TYPE" val="i"/>
</p:tagLst>
</file>

<file path=ppt/tags/tag188.xml><?xml version="1.0" encoding="utf-8"?>
<p:tagLst xmlns:p="http://schemas.openxmlformats.org/presentationml/2006/main">
  <p:tag name="KSO_WM_BEAUTIFY_FLAG" val="#wm#"/>
  <p:tag name="KSO_WM_UNIT_INDEX" val="2"/>
  <p:tag name="KSO_WM_UNIT_TYPE" val="i"/>
</p:tagLst>
</file>

<file path=ppt/tags/tag189.xml><?xml version="1.0" encoding="utf-8"?>
<p:tagLst xmlns:p="http://schemas.openxmlformats.org/presentationml/2006/main">
  <p:tag name="KSO_WM_FIGMA_LIMIT" val=""/>
  <p:tag name="KSO_WM_FIGMA_SLIDE_GROUP" val="6"/>
  <p:tag name="KSO_WM_SLIDE_TYPE" val="text"/>
</p:tagLst>
</file>

<file path=ppt/tags/tag190.xml><?xml version="1.0" encoding="utf-8"?>
<p:tagLst xmlns:p="http://schemas.openxmlformats.org/presentationml/2006/main">
  <p:tag name="KSO_WM_BEAUTIFY_FLAG" val="#wm#"/>
  <p:tag name="KSO_WM_UNIT_INDEX" val="1"/>
  <p:tag name="KSO_WM_UNIT_TYPE" val="a"/>
</p:tagLst>
</file>

<file path=ppt/tags/tag191.xml><?xml version="1.0" encoding="utf-8"?>
<p:tagLst xmlns:p="http://schemas.openxmlformats.org/presentationml/2006/main">
  <p:tag name="KSO_WM_BEAUTIFY_FLAG" val="#wm#"/>
  <p:tag name="KSO_WM_UNIT_INDEX" val="1"/>
  <p:tag name="KSO_WM_UNIT_TYPE" val="e"/>
</p:tagLst>
</file>

<file path=ppt/tags/tag192.xml><?xml version="1.0" encoding="utf-8"?>
<p:tagLst xmlns:p="http://schemas.openxmlformats.org/presentationml/2006/main">
  <p:tag name="KSO_WM_FIGMA_LIMIT" val=""/>
  <p:tag name="KSO_WM_FIGMA_SLIDE_GROUP" val="1"/>
  <p:tag name="KSO_WM_SLIDE_TYPE" val="sectionTitle"/>
</p:tagLst>
</file>

<file path=ppt/tags/tag193.xml><?xml version="1.0" encoding="utf-8"?>
<p:tagLst xmlns:p="http://schemas.openxmlformats.org/presentationml/2006/main">
  <p:tag name="KSO_WM_BEAUTIFY_FLAG" val="#wm#"/>
  <p:tag name="KSO_WM_UNIT_INDEX" val="1"/>
  <p:tag name="KSO_WM_UNIT_TYPE" val="i"/>
</p:tagLst>
</file>

<file path=ppt/tags/tag194.xml><?xml version="1.0" encoding="utf-8"?>
<p:tagLst xmlns:p="http://schemas.openxmlformats.org/presentationml/2006/main">
  <p:tag name="KSO_WM_BEAUTIFY_FLAG" val="#wm#"/>
  <p:tag name="KSO_WM_UNIT_INDEX" val="1"/>
  <p:tag name="KSO_WM_UNIT_PRESET_TEXT" val="单击此处添加标题内容"/>
  <p:tag name="KSO_WM_UNIT_TEXT_TYPE" val="1"/>
  <p:tag name="KSO_WM_UNIT_TYPE" val="a"/>
</p:tagLst>
</file>

<file path=ppt/tags/tag195.xml><?xml version="1.0" encoding="utf-8"?>
<p:tagLst xmlns:p="http://schemas.openxmlformats.org/presentationml/2006/main">
  <p:tag name="KSO_WM_BEAUTIFY_FLAG" val="#wm#"/>
  <p:tag name="KSO_WM_UNIT_INDEX" val="2"/>
  <p:tag name="KSO_WM_UNIT_TYPE" val="i"/>
</p:tagLst>
</file>

<file path=ppt/tags/tag196.xml><?xml version="1.0" encoding="utf-8"?>
<p:tagLst xmlns:p="http://schemas.openxmlformats.org/presentationml/2006/main">
  <p:tag name="KSO_WM_BEAUTIFY_FLAG" val="#wm#"/>
  <p:tag name="KSO_WM_UNIT_INDEX" val="3"/>
  <p:tag name="KSO_WM_UNIT_TYPE" val="i"/>
</p:tagLst>
</file>

<file path=ppt/tags/tag197.xml><?xml version="1.0" encoding="utf-8"?>
<p:tagLst xmlns:p="http://schemas.openxmlformats.org/presentationml/2006/main">
  <p:tag name="KSO_WM_FIGMA_LIMIT" val=""/>
  <p:tag name="KSO_WM_FIGMA_SLIDE_GROUP" val="42"/>
  <p:tag name="KSO_WM_SLIDE_TYPE" val="text"/>
</p:tagLst>
</file>

<file path=ppt/tags/tag198.xml><?xml version="1.0" encoding="utf-8"?>
<p:tagLst xmlns:p="http://schemas.openxmlformats.org/presentationml/2006/main">
  <p:tag name="KSO_WM_BEAUTIFY_FLAG" val="#wm#"/>
  <p:tag name="KSO_WM_UNIT_INDEX" val="1"/>
  <p:tag name="KSO_WM_UNIT_PRESET_TEXT" val="单击此处添加标题内容"/>
  <p:tag name="KSO_WM_UNIT_TEXT_TYPE" val="1"/>
  <p:tag name="KSO_WM_UNIT_TYPE" val="a"/>
</p:tagLst>
</file>

<file path=ppt/tags/tag199.xml><?xml version="1.0" encoding="utf-8"?>
<p:tagLst xmlns:p="http://schemas.openxmlformats.org/presentationml/2006/main">
  <p:tag name="KSO_WM_BEAUTIFY_FLAG" val="#wm#"/>
  <p:tag name="KSO_WM_UNIT_INDEX" val="1"/>
  <p:tag name="KSO_WM_UNIT_TYPE" val="i"/>
</p:tagLst>
</file>

<file path=ppt/tags/tag200.xml><?xml version="1.0" encoding="utf-8"?>
<p:tagLst xmlns:p="http://schemas.openxmlformats.org/presentationml/2006/main">
  <p:tag name="KSO_WM_BEAUTIFY_FLAG" val="#wm#"/>
  <p:tag name="KSO_WM_UNIT_INDEX" val="2"/>
  <p:tag name="KSO_WM_UNIT_TYPE" val="i"/>
</p:tagLst>
</file>

<file path=ppt/tags/tag201.xml><?xml version="1.0" encoding="utf-8"?>
<p:tagLst xmlns:p="http://schemas.openxmlformats.org/presentationml/2006/main">
  <p:tag name="KSO_WM_FIGMA_LIMIT" val=""/>
  <p:tag name="KSO_WM_FIGMA_SLIDE_GROUP" val="38"/>
  <p:tag name="KSO_WM_SLIDE_TYPE" val="text"/>
</p:tagLst>
</file>

<file path=ppt/tags/tag202.xml><?xml version="1.0" encoding="utf-8"?>
<p:tagLst xmlns:p="http://schemas.openxmlformats.org/presentationml/2006/main">
  <p:tag name="KSO_WM_BEAUTIFY_FLAG" val="#wm#"/>
  <p:tag name="KSO_WM_UNIT_INDEX" val="1"/>
  <p:tag name="KSO_WM_UNIT_TYPE" val="b"/>
</p:tagLst>
</file>

<file path=ppt/tags/tag203.xml><?xml version="1.0" encoding="utf-8"?>
<p:tagLst xmlns:p="http://schemas.openxmlformats.org/presentationml/2006/main">
  <p:tag name="KSO_WM_BEAUTIFY_FLAG" val="#wm#"/>
  <p:tag name="KSO_WM_UNIT_INDEX" val="1"/>
  <p:tag name="KSO_WM_UNIT_TYPE" val="a"/>
</p:tagLst>
</file>

<file path=ppt/tags/tag204.xml><?xml version="1.0" encoding="utf-8"?>
<p:tagLst xmlns:p="http://schemas.openxmlformats.org/presentationml/2006/main">
  <p:tag name="KSO_WM_FIGMA_LIMIT" val=""/>
  <p:tag name="KSO_WM_FIGMA_SLIDE_GROUP" val="1"/>
  <p:tag name="KSO_WM_SLIDE_TYPE" val="endPage"/>
</p:tagLst>
</file>

<file path=ppt/tags/tag205.xml><?xml version="1.0" encoding="utf-8"?>
<p:tagLst xmlns:p="http://schemas.openxmlformats.org/presentationml/2006/main">
  <p:tag name="KSO_WM_PRESENTATION_SOURCE" val="WPPAIGeneratePPT"/>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绿色小清新教育主题">
  <a:themeElements>
    <a:clrScheme name="">
      <a:dk1>
        <a:srgbClr val="000000"/>
      </a:dk1>
      <a:lt1>
        <a:srgbClr val="FFFFFF"/>
      </a:lt1>
      <a:dk2>
        <a:srgbClr val="2B4810"/>
      </a:dk2>
      <a:lt2>
        <a:srgbClr val="FBFFF6"/>
      </a:lt2>
      <a:accent1>
        <a:srgbClr val="FEF3AE"/>
      </a:accent1>
      <a:accent2>
        <a:srgbClr val="80EFFF"/>
      </a:accent2>
      <a:accent3>
        <a:srgbClr val="FEE600"/>
      </a:accent3>
      <a:accent4>
        <a:srgbClr val="78A73B"/>
      </a:accent4>
      <a:accent5>
        <a:srgbClr val="E6F3C3"/>
      </a:accent5>
      <a:accent6>
        <a:srgbClr val="CBEFE4"/>
      </a:accent6>
      <a:hlink>
        <a:srgbClr val="C8E36F"/>
      </a:hlink>
      <a:folHlink>
        <a:srgbClr val="709A49"/>
      </a:folHlink>
    </a:clrScheme>
    <a:fontScheme name="">
      <a:majorFont>
        <a:latin typeface="Microsoft YaHei UI"/>
        <a:ea typeface="Microsoft YaHei UI"/>
        <a:cs typeface=""/>
      </a:majorFont>
      <a:minorFont>
        <a:latin typeface="Microsoft YaHei UI"/>
        <a:ea typeface="Microsoft YaHei UI"/>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1218</Words>
  <Application>WPS 演示</Application>
  <PresentationFormat>宽屏</PresentationFormat>
  <Paragraphs>82</Paragraphs>
  <Slides>11</Slides>
  <Notes>4</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11</vt:i4>
      </vt:variant>
    </vt:vector>
  </HeadingPairs>
  <TitlesOfParts>
    <vt:vector size="23" baseType="lpstr">
      <vt:lpstr>Arial</vt:lpstr>
      <vt:lpstr>宋体</vt:lpstr>
      <vt:lpstr>Wingdings</vt:lpstr>
      <vt:lpstr>Wingdings</vt:lpstr>
      <vt:lpstr>Microsoft YaHei UI</vt:lpstr>
      <vt:lpstr>微软雅黑</vt:lpstr>
      <vt:lpstr>楷体</vt:lpstr>
      <vt:lpstr>方正粗黑宋简体</vt:lpstr>
      <vt:lpstr>Arial Unicode MS</vt:lpstr>
      <vt:lpstr>Calibri</vt:lpstr>
      <vt:lpstr>WPS</vt:lpstr>
      <vt:lpstr>绿色小清新教育主题</vt:lpstr>
      <vt:lpstr>剪辑的实现项目</vt:lpstr>
      <vt:lpstr>目录</vt:lpstr>
      <vt:lpstr>项目概述</vt:lpstr>
      <vt:lpstr>PowerPoint 演示文稿</vt:lpstr>
      <vt:lpstr>PowerPoint 演示文稿</vt:lpstr>
      <vt:lpstr>功能模块开发</vt:lpstr>
      <vt:lpstr>PowerPoint 演示文稿</vt:lpstr>
      <vt:lpstr>PowerPoint 演示文稿</vt:lpstr>
      <vt:lpstr>负责人：陈敏</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cp:lastModifiedBy>
  <cp:revision>161</cp:revision>
  <dcterms:created xsi:type="dcterms:W3CDTF">2019-06-19T02:08:00Z</dcterms:created>
  <dcterms:modified xsi:type="dcterms:W3CDTF">2025-07-08T11:19:33Z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2052-12.1.0.21541</vt:lpwstr>
  </property>
  <property fmtid="{D5CDD505-2E9C-101B-9397-08002B2CF9AE}" pid="3" name="ICV">
    <vt:lpwstr>6E74FE0538BE477398F1BE07DF0EA6F3_11</vt:lpwstr>
  </property>
</Properties>
</file>